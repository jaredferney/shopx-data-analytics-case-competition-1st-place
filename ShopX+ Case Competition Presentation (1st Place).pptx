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19"/>
  </p:notesMasterIdLst>
  <p:sldIdLst>
    <p:sldId id="304" r:id="rId5"/>
    <p:sldId id="258" r:id="rId6"/>
    <p:sldId id="259" r:id="rId7"/>
    <p:sldId id="299" r:id="rId8"/>
    <p:sldId id="263" r:id="rId9"/>
    <p:sldId id="302" r:id="rId10"/>
    <p:sldId id="301" r:id="rId11"/>
    <p:sldId id="297" r:id="rId12"/>
    <p:sldId id="261" r:id="rId13"/>
    <p:sldId id="264" r:id="rId14"/>
    <p:sldId id="277" r:id="rId15"/>
    <p:sldId id="296" r:id="rId16"/>
    <p:sldId id="303" r:id="rId17"/>
    <p:sldId id="305" r:id="rId18"/>
  </p:sldIdLst>
  <p:sldSz cx="9144000" cy="5143500" type="screen16x9"/>
  <p:notesSz cx="6858000" cy="9144000"/>
  <p:embeddedFontLst>
    <p:embeddedFont>
      <p:font typeface="Albert Sans" panose="020B0604020202020204" charset="0"/>
      <p:regular r:id="rId20"/>
      <p:bold r:id="rId21"/>
      <p:italic r:id="rId22"/>
      <p:boldItalic r:id="rId23"/>
    </p:embeddedFont>
    <p:embeddedFont>
      <p:font typeface="Nunito" pitchFamily="2" charset="0"/>
      <p:regular r:id="rId24"/>
    </p:embeddedFont>
    <p:embeddedFont>
      <p:font typeface="Nunito Light" pitchFamily="2" charset="0"/>
      <p:regular r:id="rId25"/>
    </p:embeddedFont>
    <p:embeddedFont>
      <p:font typeface="Raleway" pitchFamily="2" charset="0"/>
      <p:regular r:id="rId26"/>
      <p:bold r:id="rId27"/>
      <p:italic r:id="rId28"/>
      <p:boldItalic r:id="rId29"/>
    </p:embeddedFont>
    <p:embeddedFont>
      <p:font typeface="Syne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2B7201-4A34-812E-DE79-EEC29D54A3D7}" v="4" dt="2024-11-07T03:38:37.788"/>
  </p1510:revLst>
</p1510:revInfo>
</file>

<file path=ppt/tableStyles.xml><?xml version="1.0" encoding="utf-8"?>
<a:tblStyleLst xmlns:a="http://schemas.openxmlformats.org/drawingml/2006/main" def="{18327AFE-0A64-477D-829E-599F3B6F84C2}">
  <a:tblStyle styleId="{18327AFE-0A64-477D-829E-599F3B6F84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CF6DE7-AFD3-42EF-94D2-F2B08C704F0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04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dez Campa, Jacquelin" userId="S::jfvalde3@cougarnet.uh.edu::4585ea8e-dc69-4081-bfdb-0ea24b78dfd1" providerId="AD" clId="Web-{AD436F41-782E-502B-ACAF-F972EF68AE6B}"/>
    <pc:docChg chg="modSld">
      <pc:chgData name="Valdez Campa, Jacquelin" userId="S::jfvalde3@cougarnet.uh.edu::4585ea8e-dc69-4081-bfdb-0ea24b78dfd1" providerId="AD" clId="Web-{AD436F41-782E-502B-ACAF-F972EF68AE6B}" dt="2024-10-22T00:08:36.366" v="276"/>
      <pc:docMkLst>
        <pc:docMk/>
      </pc:docMkLst>
      <pc:sldChg chg="modSp">
        <pc:chgData name="Valdez Campa, Jacquelin" userId="S::jfvalde3@cougarnet.uh.edu::4585ea8e-dc69-4081-bfdb-0ea24b78dfd1" providerId="AD" clId="Web-{AD436F41-782E-502B-ACAF-F972EF68AE6B}" dt="2024-10-21T23:49:36.976" v="153" actId="20577"/>
        <pc:sldMkLst>
          <pc:docMk/>
          <pc:sldMk cId="0" sldId="259"/>
        </pc:sldMkLst>
        <pc:spChg chg="mod">
          <ac:chgData name="Valdez Campa, Jacquelin" userId="S::jfvalde3@cougarnet.uh.edu::4585ea8e-dc69-4081-bfdb-0ea24b78dfd1" providerId="AD" clId="Web-{AD436F41-782E-502B-ACAF-F972EF68AE6B}" dt="2024-10-21T23:49:36.976" v="153" actId="20577"/>
          <ac:spMkLst>
            <pc:docMk/>
            <pc:sldMk cId="0" sldId="259"/>
            <ac:spMk id="4" creationId="{68E48CD8-51C9-121C-C8D9-5F48E044ACC3}"/>
          </ac:spMkLst>
        </pc:spChg>
      </pc:sldChg>
      <pc:sldChg chg="modSp">
        <pc:chgData name="Valdez Campa, Jacquelin" userId="S::jfvalde3@cougarnet.uh.edu::4585ea8e-dc69-4081-bfdb-0ea24b78dfd1" providerId="AD" clId="Web-{AD436F41-782E-502B-ACAF-F972EF68AE6B}" dt="2024-10-21T23:53:01.959" v="157" actId="14100"/>
        <pc:sldMkLst>
          <pc:docMk/>
          <pc:sldMk cId="0" sldId="260"/>
        </pc:sldMkLst>
        <pc:spChg chg="mod">
          <ac:chgData name="Valdez Campa, Jacquelin" userId="S::jfvalde3@cougarnet.uh.edu::4585ea8e-dc69-4081-bfdb-0ea24b78dfd1" providerId="AD" clId="Web-{AD436F41-782E-502B-ACAF-F972EF68AE6B}" dt="2024-10-21T23:53:01.959" v="157" actId="14100"/>
          <ac:spMkLst>
            <pc:docMk/>
            <pc:sldMk cId="0" sldId="260"/>
            <ac:spMk id="1419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AD436F41-782E-502B-ACAF-F972EF68AE6B}" dt="2024-10-22T00:08:36.366" v="276"/>
        <pc:sldMkLst>
          <pc:docMk/>
          <pc:sldMk cId="0" sldId="263"/>
        </pc:sldMkLst>
        <pc:spChg chg="add mod">
          <ac:chgData name="Valdez Campa, Jacquelin" userId="S::jfvalde3@cougarnet.uh.edu::4585ea8e-dc69-4081-bfdb-0ea24b78dfd1" providerId="AD" clId="Web-{AD436F41-782E-502B-ACAF-F972EF68AE6B}" dt="2024-10-22T00:08:15.661" v="275" actId="20577"/>
          <ac:spMkLst>
            <pc:docMk/>
            <pc:sldMk cId="0" sldId="263"/>
            <ac:spMk id="2" creationId="{85AECE2D-81CD-81D7-0B14-FF896DE3876D}"/>
          </ac:spMkLst>
        </pc:spChg>
        <pc:spChg chg="add del mod">
          <ac:chgData name="Valdez Campa, Jacquelin" userId="S::jfvalde3@cougarnet.uh.edu::4585ea8e-dc69-4081-bfdb-0ea24b78dfd1" providerId="AD" clId="Web-{AD436F41-782E-502B-ACAF-F972EF68AE6B}" dt="2024-10-22T00:08:36.366" v="276"/>
          <ac:spMkLst>
            <pc:docMk/>
            <pc:sldMk cId="0" sldId="263"/>
            <ac:spMk id="3" creationId="{728FD320-6F76-2C1F-5EF1-D16777C29D12}"/>
          </ac:spMkLst>
        </pc:spChg>
        <pc:spChg chg="mod">
          <ac:chgData name="Valdez Campa, Jacquelin" userId="S::jfvalde3@cougarnet.uh.edu::4585ea8e-dc69-4081-bfdb-0ea24b78dfd1" providerId="AD" clId="Web-{AD436F41-782E-502B-ACAF-F972EF68AE6B}" dt="2024-10-22T00:07:59.754" v="270" actId="1076"/>
          <ac:spMkLst>
            <pc:docMk/>
            <pc:sldMk cId="0" sldId="263"/>
            <ac:spMk id="1484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AD436F41-782E-502B-ACAF-F972EF68AE6B}" dt="2024-10-21T23:40:27.517" v="102" actId="20577"/>
          <ac:spMkLst>
            <pc:docMk/>
            <pc:sldMk cId="0" sldId="263"/>
            <ac:spMk id="1485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AD436F41-782E-502B-ACAF-F972EF68AE6B}" dt="2024-10-22T00:07:55.004" v="269" actId="20577"/>
          <ac:spMkLst>
            <pc:docMk/>
            <pc:sldMk cId="0" sldId="263"/>
            <ac:spMk id="1486" creationId="{00000000-0000-0000-0000-000000000000}"/>
          </ac:spMkLst>
        </pc:spChg>
        <pc:spChg chg="del mod">
          <ac:chgData name="Valdez Campa, Jacquelin" userId="S::jfvalde3@cougarnet.uh.edu::4585ea8e-dc69-4081-bfdb-0ea24b78dfd1" providerId="AD" clId="Web-{AD436F41-782E-502B-ACAF-F972EF68AE6B}" dt="2024-10-22T00:07:41.550" v="267"/>
          <ac:spMkLst>
            <pc:docMk/>
            <pc:sldMk cId="0" sldId="263"/>
            <ac:spMk id="1488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AD436F41-782E-502B-ACAF-F972EF68AE6B}" dt="2024-10-22T00:03:29.876" v="246" actId="20577"/>
          <ac:spMkLst>
            <pc:docMk/>
            <pc:sldMk cId="0" sldId="263"/>
            <ac:spMk id="1490" creationId="{00000000-0000-0000-0000-000000000000}"/>
          </ac:spMkLst>
        </pc:spChg>
      </pc:sldChg>
    </pc:docChg>
  </pc:docChgLst>
  <pc:docChgLst>
    <pc:chgData name="Torres, Jared F" userId="S::jftorre3@cougarnet.uh.edu::90f5a453-193f-44d5-9cf8-1acb9568a36a" providerId="AD" clId="Web-{E24FF1B8-E867-0026-4E2E-471CD247AD78}"/>
    <pc:docChg chg="addSld modSld">
      <pc:chgData name="Torres, Jared F" userId="S::jftorre3@cougarnet.uh.edu::90f5a453-193f-44d5-9cf8-1acb9568a36a" providerId="AD" clId="Web-{E24FF1B8-E867-0026-4E2E-471CD247AD78}" dt="2024-10-22T02:50:55.385" v="43"/>
      <pc:docMkLst>
        <pc:docMk/>
      </pc:docMkLst>
      <pc:sldChg chg="addSp delSp modSp new">
        <pc:chgData name="Torres, Jared F" userId="S::jftorre3@cougarnet.uh.edu::90f5a453-193f-44d5-9cf8-1acb9568a36a" providerId="AD" clId="Web-{E24FF1B8-E867-0026-4E2E-471CD247AD78}" dt="2024-10-22T02:50:55.385" v="43"/>
        <pc:sldMkLst>
          <pc:docMk/>
          <pc:sldMk cId="945485202" sldId="299"/>
        </pc:sldMkLst>
        <pc:spChg chg="mod">
          <ac:chgData name="Torres, Jared F" userId="S::jftorre3@cougarnet.uh.edu::90f5a453-193f-44d5-9cf8-1acb9568a36a" providerId="AD" clId="Web-{E24FF1B8-E867-0026-4E2E-471CD247AD78}" dt="2024-10-22T02:49:53.322" v="4" actId="20577"/>
          <ac:spMkLst>
            <pc:docMk/>
            <pc:sldMk cId="945485202" sldId="299"/>
            <ac:spMk id="2" creationId="{78CB430B-CFCD-DF10-C026-6668A6ACCD3F}"/>
          </ac:spMkLst>
        </pc:spChg>
        <pc:spChg chg="del mod">
          <ac:chgData name="Torres, Jared F" userId="S::jftorre3@cougarnet.uh.edu::90f5a453-193f-44d5-9cf8-1acb9568a36a" providerId="AD" clId="Web-{E24FF1B8-E867-0026-4E2E-471CD247AD78}" dt="2024-10-22T02:50:49.947" v="41"/>
          <ac:spMkLst>
            <pc:docMk/>
            <pc:sldMk cId="945485202" sldId="299"/>
            <ac:spMk id="3" creationId="{60DCAA02-D819-1DA4-8EB3-268E25F21032}"/>
          </ac:spMkLst>
        </pc:spChg>
        <pc:spChg chg="add del mod">
          <ac:chgData name="Torres, Jared F" userId="S::jftorre3@cougarnet.uh.edu::90f5a453-193f-44d5-9cf8-1acb9568a36a" providerId="AD" clId="Web-{E24FF1B8-E867-0026-4E2E-471CD247AD78}" dt="2024-10-22T02:50:55.385" v="43"/>
          <ac:spMkLst>
            <pc:docMk/>
            <pc:sldMk cId="945485202" sldId="299"/>
            <ac:spMk id="5" creationId="{3146B44A-E1AC-65DF-A03A-156119D60DE8}"/>
          </ac:spMkLst>
        </pc:spChg>
      </pc:sldChg>
    </pc:docChg>
  </pc:docChgLst>
  <pc:docChgLst>
    <pc:chgData name="Valdez Campa, Jacquelin" userId="S::jfvalde3@cougarnet.uh.edu::4585ea8e-dc69-4081-bfdb-0ea24b78dfd1" providerId="AD" clId="Web-{2BD867E5-CFA3-4A54-B3BE-51E16579F8A3}"/>
    <pc:docChg chg="addSld delSld modSld sldOrd">
      <pc:chgData name="Valdez Campa, Jacquelin" userId="S::jfvalde3@cougarnet.uh.edu::4585ea8e-dc69-4081-bfdb-0ea24b78dfd1" providerId="AD" clId="Web-{2BD867E5-CFA3-4A54-B3BE-51E16579F8A3}" dt="2024-10-22T04:47:12.403" v="753" actId="1076"/>
      <pc:docMkLst>
        <pc:docMk/>
      </pc:docMkLst>
      <pc:sldChg chg="del">
        <pc:chgData name="Valdez Campa, Jacquelin" userId="S::jfvalde3@cougarnet.uh.edu::4585ea8e-dc69-4081-bfdb-0ea24b78dfd1" providerId="AD" clId="Web-{2BD867E5-CFA3-4A54-B3BE-51E16579F8A3}" dt="2024-10-22T03:59:43.404" v="434"/>
        <pc:sldMkLst>
          <pc:docMk/>
          <pc:sldMk cId="0" sldId="257"/>
        </pc:sldMkLst>
      </pc:sldChg>
      <pc:sldChg chg="addSp modSp">
        <pc:chgData name="Valdez Campa, Jacquelin" userId="S::jfvalde3@cougarnet.uh.edu::4585ea8e-dc69-4081-bfdb-0ea24b78dfd1" providerId="AD" clId="Web-{2BD867E5-CFA3-4A54-B3BE-51E16579F8A3}" dt="2024-10-22T04:37:13.787" v="749" actId="1076"/>
        <pc:sldMkLst>
          <pc:docMk/>
          <pc:sldMk cId="0" sldId="258"/>
        </pc:sldMkLst>
        <pc:spChg chg="add mod">
          <ac:chgData name="Valdez Campa, Jacquelin" userId="S::jfvalde3@cougarnet.uh.edu::4585ea8e-dc69-4081-bfdb-0ea24b78dfd1" providerId="AD" clId="Web-{2BD867E5-CFA3-4A54-B3BE-51E16579F8A3}" dt="2024-10-22T04:35:26.098" v="732" actId="1076"/>
          <ac:spMkLst>
            <pc:docMk/>
            <pc:sldMk cId="0" sldId="258"/>
            <ac:spMk id="3" creationId="{F0FFA262-3D22-04AA-D1F9-D832267908C8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4:36:09.255" v="740" actId="1076"/>
          <ac:spMkLst>
            <pc:docMk/>
            <pc:sldMk cId="0" sldId="258"/>
            <ac:spMk id="5" creationId="{7A0DC8BB-B336-0633-6813-89DAFACA4742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5:29.020" v="733" actId="1076"/>
          <ac:spMkLst>
            <pc:docMk/>
            <pc:sldMk cId="0" sldId="258"/>
            <ac:spMk id="1390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7:13.787" v="749" actId="1076"/>
          <ac:spMkLst>
            <pc:docMk/>
            <pc:sldMk cId="0" sldId="258"/>
            <ac:spMk id="1391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6:50.599" v="746" actId="20577"/>
          <ac:spMkLst>
            <pc:docMk/>
            <pc:sldMk cId="0" sldId="258"/>
            <ac:spMk id="1392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5:44.770" v="736" actId="1076"/>
          <ac:spMkLst>
            <pc:docMk/>
            <pc:sldMk cId="0" sldId="258"/>
            <ac:spMk id="1394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6:05.614" v="739" actId="1076"/>
          <ac:spMkLst>
            <pc:docMk/>
            <pc:sldMk cId="0" sldId="258"/>
            <ac:spMk id="1396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7:00.256" v="747" actId="1076"/>
          <ac:spMkLst>
            <pc:docMk/>
            <pc:sldMk cId="0" sldId="258"/>
            <ac:spMk id="1397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6:16.536" v="741" actId="14100"/>
          <ac:spMkLst>
            <pc:docMk/>
            <pc:sldMk cId="0" sldId="258"/>
            <ac:spMk id="1398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7:09.990" v="748" actId="1076"/>
          <ac:spMkLst>
            <pc:docMk/>
            <pc:sldMk cId="0" sldId="258"/>
            <ac:spMk id="1401" creationId="{00000000-0000-0000-0000-000000000000}"/>
          </ac:spMkLst>
        </pc:spChg>
      </pc:sldChg>
      <pc:sldChg chg="modSp ord">
        <pc:chgData name="Valdez Campa, Jacquelin" userId="S::jfvalde3@cougarnet.uh.edu::4585ea8e-dc69-4081-bfdb-0ea24b78dfd1" providerId="AD" clId="Web-{2BD867E5-CFA3-4A54-B3BE-51E16579F8A3}" dt="2024-10-22T04:06:47.892" v="516" actId="1076"/>
        <pc:sldMkLst>
          <pc:docMk/>
          <pc:sldMk cId="0" sldId="259"/>
        </pc:sldMkLst>
        <pc:spChg chg="mod">
          <ac:chgData name="Valdez Campa, Jacquelin" userId="S::jfvalde3@cougarnet.uh.edu::4585ea8e-dc69-4081-bfdb-0ea24b78dfd1" providerId="AD" clId="Web-{2BD867E5-CFA3-4A54-B3BE-51E16579F8A3}" dt="2024-10-22T04:05:50.236" v="485" actId="1076"/>
          <ac:spMkLst>
            <pc:docMk/>
            <pc:sldMk cId="0" sldId="259"/>
            <ac:spMk id="4" creationId="{68E48CD8-51C9-121C-C8D9-5F48E044ACC3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06:47.892" v="516" actId="1076"/>
          <ac:spMkLst>
            <pc:docMk/>
            <pc:sldMk cId="0" sldId="259"/>
            <ac:spMk id="1406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2BD867E5-CFA3-4A54-B3BE-51E16579F8A3}" dt="2024-10-22T04:09:23.019" v="558" actId="20577"/>
        <pc:sldMkLst>
          <pc:docMk/>
          <pc:sldMk cId="0" sldId="260"/>
        </pc:sldMkLst>
        <pc:spChg chg="mod">
          <ac:chgData name="Valdez Campa, Jacquelin" userId="S::jfvalde3@cougarnet.uh.edu::4585ea8e-dc69-4081-bfdb-0ea24b78dfd1" providerId="AD" clId="Web-{2BD867E5-CFA3-4A54-B3BE-51E16579F8A3}" dt="2024-10-22T04:09:23.019" v="558" actId="20577"/>
          <ac:spMkLst>
            <pc:docMk/>
            <pc:sldMk cId="0" sldId="260"/>
            <ac:spMk id="4" creationId="{D949053B-A65D-9CC6-FF12-58170C4141E9}"/>
          </ac:spMkLst>
        </pc:spChg>
      </pc:sldChg>
      <pc:sldChg chg="modSp">
        <pc:chgData name="Valdez Campa, Jacquelin" userId="S::jfvalde3@cougarnet.uh.edu::4585ea8e-dc69-4081-bfdb-0ea24b78dfd1" providerId="AD" clId="Web-{2BD867E5-CFA3-4A54-B3BE-51E16579F8A3}" dt="2024-10-22T04:37:36.475" v="751" actId="20577"/>
        <pc:sldMkLst>
          <pc:docMk/>
          <pc:sldMk cId="0" sldId="261"/>
        </pc:sldMkLst>
        <pc:spChg chg="mod">
          <ac:chgData name="Valdez Campa, Jacquelin" userId="S::jfvalde3@cougarnet.uh.edu::4585ea8e-dc69-4081-bfdb-0ea24b78dfd1" providerId="AD" clId="Web-{2BD867E5-CFA3-4A54-B3BE-51E16579F8A3}" dt="2024-10-22T04:37:36.475" v="751" actId="20577"/>
          <ac:spMkLst>
            <pc:docMk/>
            <pc:sldMk cId="0" sldId="261"/>
            <ac:spMk id="6" creationId="{DF1B0EB2-F2E3-7FA6-5FCB-CE150247828A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1:15.643" v="710" actId="1076"/>
          <ac:spMkLst>
            <pc:docMk/>
            <pc:sldMk cId="0" sldId="261"/>
            <ac:spMk id="1437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10:02.519" v="565" actId="1076"/>
          <ac:spMkLst>
            <pc:docMk/>
            <pc:sldMk cId="0" sldId="261"/>
            <ac:spMk id="1439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10:34.895" v="571" actId="14100"/>
          <ac:spMkLst>
            <pc:docMk/>
            <pc:sldMk cId="0" sldId="261"/>
            <ac:spMk id="1440" creationId="{00000000-0000-0000-0000-000000000000}"/>
          </ac:spMkLst>
        </pc:spChg>
        <pc:grpChg chg="mod">
          <ac:chgData name="Valdez Campa, Jacquelin" userId="S::jfvalde3@cougarnet.uh.edu::4585ea8e-dc69-4081-bfdb-0ea24b78dfd1" providerId="AD" clId="Web-{2BD867E5-CFA3-4A54-B3BE-51E16579F8A3}" dt="2024-10-22T04:10:44.426" v="573" actId="1076"/>
          <ac:grpSpMkLst>
            <pc:docMk/>
            <pc:sldMk cId="0" sldId="261"/>
            <ac:grpSpMk id="1441" creationId="{00000000-0000-0000-0000-000000000000}"/>
          </ac:grpSpMkLst>
        </pc:grpChg>
        <pc:grpChg chg="mod">
          <ac:chgData name="Valdez Campa, Jacquelin" userId="S::jfvalde3@cougarnet.uh.edu::4585ea8e-dc69-4081-bfdb-0ea24b78dfd1" providerId="AD" clId="Web-{2BD867E5-CFA3-4A54-B3BE-51E16579F8A3}" dt="2024-10-22T04:10:39.285" v="572" actId="1076"/>
          <ac:grpSpMkLst>
            <pc:docMk/>
            <pc:sldMk cId="0" sldId="261"/>
            <ac:grpSpMk id="1447" creationId="{00000000-0000-0000-0000-000000000000}"/>
          </ac:grpSpMkLst>
        </pc:grpChg>
      </pc:sldChg>
      <pc:sldChg chg="del">
        <pc:chgData name="Valdez Campa, Jacquelin" userId="S::jfvalde3@cougarnet.uh.edu::4585ea8e-dc69-4081-bfdb-0ea24b78dfd1" providerId="AD" clId="Web-{2BD867E5-CFA3-4A54-B3BE-51E16579F8A3}" dt="2024-10-22T03:32:00.591" v="22"/>
        <pc:sldMkLst>
          <pc:docMk/>
          <pc:sldMk cId="0" sldId="262"/>
        </pc:sldMkLst>
      </pc:sldChg>
      <pc:sldChg chg="modSp">
        <pc:chgData name="Valdez Campa, Jacquelin" userId="S::jfvalde3@cougarnet.uh.edu::4585ea8e-dc69-4081-bfdb-0ea24b78dfd1" providerId="AD" clId="Web-{2BD867E5-CFA3-4A54-B3BE-51E16579F8A3}" dt="2024-10-22T04:33:52.019" v="725" actId="1076"/>
        <pc:sldMkLst>
          <pc:docMk/>
          <pc:sldMk cId="0" sldId="263"/>
        </pc:sldMkLst>
        <pc:spChg chg="mod">
          <ac:chgData name="Valdez Campa, Jacquelin" userId="S::jfvalde3@cougarnet.uh.edu::4585ea8e-dc69-4081-bfdb-0ea24b78dfd1" providerId="AD" clId="Web-{2BD867E5-CFA3-4A54-B3BE-51E16579F8A3}" dt="2024-10-22T04:33:35.457" v="720" actId="1076"/>
          <ac:spMkLst>
            <pc:docMk/>
            <pc:sldMk cId="0" sldId="263"/>
            <ac:spMk id="5" creationId="{9D373D8B-7EBF-B4C2-8406-DC9545BA28A1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3:52.019" v="725" actId="1076"/>
          <ac:spMkLst>
            <pc:docMk/>
            <pc:sldMk cId="0" sldId="263"/>
            <ac:spMk id="6" creationId="{EE9AEE8B-66CE-8459-1064-CA1052995694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3:37.722" v="721" actId="1076"/>
          <ac:spMkLst>
            <pc:docMk/>
            <pc:sldMk cId="0" sldId="263"/>
            <ac:spMk id="1484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3:39.894" v="722" actId="1076"/>
          <ac:spMkLst>
            <pc:docMk/>
            <pc:sldMk cId="0" sldId="263"/>
            <ac:spMk id="1486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3:48.394" v="724" actId="1076"/>
          <ac:spMkLst>
            <pc:docMk/>
            <pc:sldMk cId="0" sldId="263"/>
            <ac:spMk id="1489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3:42.113" v="723" actId="1076"/>
          <ac:spMkLst>
            <pc:docMk/>
            <pc:sldMk cId="0" sldId="263"/>
            <ac:spMk id="1490" creationId="{00000000-0000-0000-0000-000000000000}"/>
          </ac:spMkLst>
        </pc:spChg>
      </pc:sldChg>
      <pc:sldChg chg="addSp delSp modSp add del">
        <pc:chgData name="Valdez Campa, Jacquelin" userId="S::jfvalde3@cougarnet.uh.edu::4585ea8e-dc69-4081-bfdb-0ea24b78dfd1" providerId="AD" clId="Web-{2BD867E5-CFA3-4A54-B3BE-51E16579F8A3}" dt="2024-10-22T04:30:47.346" v="707" actId="20577"/>
        <pc:sldMkLst>
          <pc:docMk/>
          <pc:sldMk cId="0" sldId="264"/>
        </pc:sldMkLst>
        <pc:spChg chg="add del mod">
          <ac:chgData name="Valdez Campa, Jacquelin" userId="S::jfvalde3@cougarnet.uh.edu::4585ea8e-dc69-4081-bfdb-0ea24b78dfd1" providerId="AD" clId="Web-{2BD867E5-CFA3-4A54-B3BE-51E16579F8A3}" dt="2024-10-22T03:35:27.078" v="99"/>
          <ac:spMkLst>
            <pc:docMk/>
            <pc:sldMk cId="0" sldId="264"/>
            <ac:spMk id="3" creationId="{CACBE8E7-4595-7ABE-870A-53E8D246354C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0:47.346" v="707" actId="20577"/>
          <ac:spMkLst>
            <pc:docMk/>
            <pc:sldMk cId="0" sldId="264"/>
            <ac:spMk id="4" creationId="{D2B83E29-2975-50DD-2394-E34E614E182F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5:32.234" v="100"/>
          <ac:spMkLst>
            <pc:docMk/>
            <pc:sldMk cId="0" sldId="264"/>
            <ac:spMk id="5" creationId="{192ABB77-D7EC-4615-18E3-F96659F284C8}"/>
          </ac:spMkLst>
        </pc:spChg>
        <pc:spChg chg="add del mod">
          <ac:chgData name="Valdez Campa, Jacquelin" userId="S::jfvalde3@cougarnet.uh.edu::4585ea8e-dc69-4081-bfdb-0ea24b78dfd1" providerId="AD" clId="Web-{2BD867E5-CFA3-4A54-B3BE-51E16579F8A3}" dt="2024-10-22T03:35:35.343" v="101"/>
          <ac:spMkLst>
            <pc:docMk/>
            <pc:sldMk cId="0" sldId="264"/>
            <ac:spMk id="6" creationId="{EC0B0BF9-D139-02BD-24EE-E57CBBD641B3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5:37.437" v="102"/>
          <ac:spMkLst>
            <pc:docMk/>
            <pc:sldMk cId="0" sldId="264"/>
            <ac:spMk id="8" creationId="{334F0E73-AF9D-D5D6-2208-FCBD943265EA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5:39.828" v="103"/>
          <ac:spMkLst>
            <pc:docMk/>
            <pc:sldMk cId="0" sldId="264"/>
            <ac:spMk id="10" creationId="{0F9C3A1A-1214-6F62-932A-DEBBF4C5B9AC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5:43.390" v="106"/>
          <ac:spMkLst>
            <pc:docMk/>
            <pc:sldMk cId="0" sldId="264"/>
            <ac:spMk id="12" creationId="{26FD6238-4031-FD8C-22E2-1904945CE83B}"/>
          </ac:spMkLst>
        </pc:spChg>
        <pc:spChg chg="add del mod">
          <ac:chgData name="Valdez Campa, Jacquelin" userId="S::jfvalde3@cougarnet.uh.edu::4585ea8e-dc69-4081-bfdb-0ea24b78dfd1" providerId="AD" clId="Web-{2BD867E5-CFA3-4A54-B3BE-51E16579F8A3}" dt="2024-10-22T03:36:21.422" v="111"/>
          <ac:spMkLst>
            <pc:docMk/>
            <pc:sldMk cId="0" sldId="264"/>
            <ac:spMk id="14" creationId="{F5E1E9D3-3C13-E305-AAC5-44840D44BF20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6:11.500" v="108"/>
          <ac:spMkLst>
            <pc:docMk/>
            <pc:sldMk cId="0" sldId="264"/>
            <ac:spMk id="16" creationId="{D55CB77F-4566-5F4E-C74B-0B11B21F8926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6:13.141" v="109"/>
          <ac:spMkLst>
            <pc:docMk/>
            <pc:sldMk cId="0" sldId="264"/>
            <ac:spMk id="18" creationId="{287B6793-8577-7CD2-F469-25E96D2B1D04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6:15.531" v="110"/>
          <ac:spMkLst>
            <pc:docMk/>
            <pc:sldMk cId="0" sldId="264"/>
            <ac:spMk id="20" creationId="{75887364-F2DC-8C03-9EFD-A603CD5644FF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3:36:34.578" v="113"/>
          <ac:spMkLst>
            <pc:docMk/>
            <pc:sldMk cId="0" sldId="264"/>
            <ac:spMk id="22" creationId="{D461C1A6-DDA6-A2CB-3E77-0DE40A230E39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3:35:19.484" v="96" actId="20577"/>
          <ac:spMkLst>
            <pc:docMk/>
            <pc:sldMk cId="0" sldId="264"/>
            <ac:spMk id="1497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5:25.531" v="98"/>
          <ac:spMkLst>
            <pc:docMk/>
            <pc:sldMk cId="0" sldId="264"/>
            <ac:spMk id="1498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5:37.437" v="102"/>
          <ac:spMkLst>
            <pc:docMk/>
            <pc:sldMk cId="0" sldId="264"/>
            <ac:spMk id="1499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6:13.141" v="109"/>
          <ac:spMkLst>
            <pc:docMk/>
            <pc:sldMk cId="0" sldId="264"/>
            <ac:spMk id="1500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6:11.500" v="108"/>
          <ac:spMkLst>
            <pc:docMk/>
            <pc:sldMk cId="0" sldId="264"/>
            <ac:spMk id="1501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5:24.265" v="97"/>
          <ac:spMkLst>
            <pc:docMk/>
            <pc:sldMk cId="0" sldId="264"/>
            <ac:spMk id="1502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5:39.828" v="103"/>
          <ac:spMkLst>
            <pc:docMk/>
            <pc:sldMk cId="0" sldId="264"/>
            <ac:spMk id="1504" creationId="{00000000-0000-0000-0000-000000000000}"/>
          </ac:spMkLst>
        </pc:spChg>
        <pc:spChg chg="del mod">
          <ac:chgData name="Valdez Campa, Jacquelin" userId="S::jfvalde3@cougarnet.uh.edu::4585ea8e-dc69-4081-bfdb-0ea24b78dfd1" providerId="AD" clId="Web-{2BD867E5-CFA3-4A54-B3BE-51E16579F8A3}" dt="2024-10-22T03:35:43.390" v="106"/>
          <ac:spMkLst>
            <pc:docMk/>
            <pc:sldMk cId="0" sldId="264"/>
            <ac:spMk id="1505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6:15.531" v="110"/>
          <ac:spMkLst>
            <pc:docMk/>
            <pc:sldMk cId="0" sldId="264"/>
            <ac:spMk id="1506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6:09.656" v="107"/>
          <ac:spMkLst>
            <pc:docMk/>
            <pc:sldMk cId="0" sldId="264"/>
            <ac:spMk id="1508" creationId="{00000000-0000-0000-0000-000000000000}"/>
          </ac:spMkLst>
        </pc:spChg>
        <pc:spChg chg="del mod">
          <ac:chgData name="Valdez Campa, Jacquelin" userId="S::jfvalde3@cougarnet.uh.edu::4585ea8e-dc69-4081-bfdb-0ea24b78dfd1" providerId="AD" clId="Web-{2BD867E5-CFA3-4A54-B3BE-51E16579F8A3}" dt="2024-10-22T03:36:34.578" v="113"/>
          <ac:spMkLst>
            <pc:docMk/>
            <pc:sldMk cId="0" sldId="264"/>
            <ac:spMk id="1509" creationId="{00000000-0000-0000-0000-000000000000}"/>
          </ac:spMkLst>
        </pc:spChg>
      </pc:sldChg>
      <pc:sldChg chg="del">
        <pc:chgData name="Valdez Campa, Jacquelin" userId="S::jfvalde3@cougarnet.uh.edu::4585ea8e-dc69-4081-bfdb-0ea24b78dfd1" providerId="AD" clId="Web-{2BD867E5-CFA3-4A54-B3BE-51E16579F8A3}" dt="2024-10-22T03:31:58.310" v="21"/>
        <pc:sldMkLst>
          <pc:docMk/>
          <pc:sldMk cId="0" sldId="266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53.497" v="19"/>
        <pc:sldMkLst>
          <pc:docMk/>
          <pc:sldMk cId="0" sldId="267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55.576" v="20"/>
        <pc:sldMkLst>
          <pc:docMk/>
          <pc:sldMk cId="0" sldId="268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43.669" v="18"/>
        <pc:sldMkLst>
          <pc:docMk/>
          <pc:sldMk cId="0" sldId="269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2:01.498" v="23"/>
        <pc:sldMkLst>
          <pc:docMk/>
          <pc:sldMk cId="0" sldId="270"/>
        </pc:sldMkLst>
      </pc:sldChg>
      <pc:sldChg chg="delSp modSp del">
        <pc:chgData name="Valdez Campa, Jacquelin" userId="S::jfvalde3@cougarnet.uh.edu::4585ea8e-dc69-4081-bfdb-0ea24b78dfd1" providerId="AD" clId="Web-{2BD867E5-CFA3-4A54-B3BE-51E16579F8A3}" dt="2024-10-22T03:59:38.342" v="433"/>
        <pc:sldMkLst>
          <pc:docMk/>
          <pc:sldMk cId="0" sldId="271"/>
        </pc:sldMkLst>
        <pc:spChg chg="del mod">
          <ac:chgData name="Valdez Campa, Jacquelin" userId="S::jfvalde3@cougarnet.uh.edu::4585ea8e-dc69-4081-bfdb-0ea24b78dfd1" providerId="AD" clId="Web-{2BD867E5-CFA3-4A54-B3BE-51E16579F8A3}" dt="2024-10-22T03:34:15.858" v="93"/>
          <ac:spMkLst>
            <pc:docMk/>
            <pc:sldMk cId="0" sldId="271"/>
            <ac:spMk id="1659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2BD867E5-CFA3-4A54-B3BE-51E16579F8A3}" dt="2024-10-22T03:34:08.046" v="90"/>
          <ac:spMkLst>
            <pc:docMk/>
            <pc:sldMk cId="0" sldId="271"/>
            <ac:spMk id="1661" creationId="{00000000-0000-0000-0000-000000000000}"/>
          </ac:spMkLst>
        </pc:spChg>
      </pc:sldChg>
      <pc:sldChg chg="del">
        <pc:chgData name="Valdez Campa, Jacquelin" userId="S::jfvalde3@cougarnet.uh.edu::4585ea8e-dc69-4081-bfdb-0ea24b78dfd1" providerId="AD" clId="Web-{2BD867E5-CFA3-4A54-B3BE-51E16579F8A3}" dt="2024-10-22T03:32:03.357" v="24"/>
        <pc:sldMkLst>
          <pc:docMk/>
          <pc:sldMk cId="0" sldId="272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38.997" v="17"/>
        <pc:sldMkLst>
          <pc:docMk/>
          <pc:sldMk cId="0" sldId="273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35.638" v="15"/>
        <pc:sldMkLst>
          <pc:docMk/>
          <pc:sldMk cId="0" sldId="274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36.232" v="16"/>
        <pc:sldMkLst>
          <pc:docMk/>
          <pc:sldMk cId="0" sldId="275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59:34.951" v="432"/>
        <pc:sldMkLst>
          <pc:docMk/>
          <pc:sldMk cId="0" sldId="276"/>
        </pc:sldMkLst>
      </pc:sldChg>
      <pc:sldChg chg="modSp">
        <pc:chgData name="Valdez Campa, Jacquelin" userId="S::jfvalde3@cougarnet.uh.edu::4585ea8e-dc69-4081-bfdb-0ea24b78dfd1" providerId="AD" clId="Web-{2BD867E5-CFA3-4A54-B3BE-51E16579F8A3}" dt="2024-10-22T04:29:41.970" v="704" actId="20577"/>
        <pc:sldMkLst>
          <pc:docMk/>
          <pc:sldMk cId="0" sldId="277"/>
        </pc:sldMkLst>
        <pc:spChg chg="mod">
          <ac:chgData name="Valdez Campa, Jacquelin" userId="S::jfvalde3@cougarnet.uh.edu::4585ea8e-dc69-4081-bfdb-0ea24b78dfd1" providerId="AD" clId="Web-{2BD867E5-CFA3-4A54-B3BE-51E16579F8A3}" dt="2024-10-22T04:29:41.970" v="704" actId="20577"/>
          <ac:spMkLst>
            <pc:docMk/>
            <pc:sldMk cId="0" sldId="277"/>
            <ac:spMk id="2" creationId="{1DFEFCE9-249C-F888-6774-60E59E7D5FD4}"/>
          </ac:spMkLst>
        </pc:spChg>
      </pc:sldChg>
      <pc:sldChg chg="modSp del">
        <pc:chgData name="Valdez Campa, Jacquelin" userId="S::jfvalde3@cougarnet.uh.edu::4585ea8e-dc69-4081-bfdb-0ea24b78dfd1" providerId="AD" clId="Web-{2BD867E5-CFA3-4A54-B3BE-51E16579F8A3}" dt="2024-10-22T03:31:23.278" v="13"/>
        <pc:sldMkLst>
          <pc:docMk/>
          <pc:sldMk cId="0" sldId="279"/>
        </pc:sldMkLst>
        <pc:spChg chg="mod">
          <ac:chgData name="Valdez Campa, Jacquelin" userId="S::jfvalde3@cougarnet.uh.edu::4585ea8e-dc69-4081-bfdb-0ea24b78dfd1" providerId="AD" clId="Web-{2BD867E5-CFA3-4A54-B3BE-51E16579F8A3}" dt="2024-10-22T03:31:17.622" v="11" actId="20577"/>
          <ac:spMkLst>
            <pc:docMk/>
            <pc:sldMk cId="0" sldId="279"/>
            <ac:spMk id="1862" creationId="{00000000-0000-0000-0000-000000000000}"/>
          </ac:spMkLst>
        </pc:spChg>
      </pc:sldChg>
      <pc:sldChg chg="del">
        <pc:chgData name="Valdez Campa, Jacquelin" userId="S::jfvalde3@cougarnet.uh.edu::4585ea8e-dc69-4081-bfdb-0ea24b78dfd1" providerId="AD" clId="Web-{2BD867E5-CFA3-4A54-B3BE-51E16579F8A3}" dt="2024-10-22T03:31:23.263" v="12"/>
        <pc:sldMkLst>
          <pc:docMk/>
          <pc:sldMk cId="0" sldId="280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45.575" v="3"/>
        <pc:sldMkLst>
          <pc:docMk/>
          <pc:sldMk cId="0" sldId="281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49.294" v="4"/>
        <pc:sldMkLst>
          <pc:docMk/>
          <pc:sldMk cId="0" sldId="282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29:00.692" v="0"/>
        <pc:sldMkLst>
          <pc:docMk/>
          <pc:sldMk cId="0" sldId="283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56.700" v="8"/>
        <pc:sldMkLst>
          <pc:docMk/>
          <pc:sldMk cId="0" sldId="285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29:11.364" v="1"/>
        <pc:sldMkLst>
          <pc:docMk/>
          <pc:sldMk cId="0" sldId="286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56.669" v="7"/>
        <pc:sldMkLst>
          <pc:docMk/>
          <pc:sldMk cId="0" sldId="287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1:23.310" v="14"/>
        <pc:sldMkLst>
          <pc:docMk/>
          <pc:sldMk cId="0" sldId="288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55.294" v="6"/>
        <pc:sldMkLst>
          <pc:docMk/>
          <pc:sldMk cId="0" sldId="289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59.684" v="9"/>
        <pc:sldMkLst>
          <pc:docMk/>
          <pc:sldMk cId="0" sldId="290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30:55.247" v="5"/>
        <pc:sldMkLst>
          <pc:docMk/>
          <pc:sldMk cId="0" sldId="291"/>
        </pc:sldMkLst>
      </pc:sldChg>
      <pc:sldChg chg="del">
        <pc:chgData name="Valdez Campa, Jacquelin" userId="S::jfvalde3@cougarnet.uh.edu::4585ea8e-dc69-4081-bfdb-0ea24b78dfd1" providerId="AD" clId="Web-{2BD867E5-CFA3-4A54-B3BE-51E16579F8A3}" dt="2024-10-22T03:29:29.599" v="2"/>
        <pc:sldMkLst>
          <pc:docMk/>
          <pc:sldMk cId="0" sldId="292"/>
        </pc:sldMkLst>
      </pc:sldChg>
      <pc:sldChg chg="addSp delSp modSp">
        <pc:chgData name="Valdez Campa, Jacquelin" userId="S::jfvalde3@cougarnet.uh.edu::4585ea8e-dc69-4081-bfdb-0ea24b78dfd1" providerId="AD" clId="Web-{2BD867E5-CFA3-4A54-B3BE-51E16579F8A3}" dt="2024-10-22T04:37:44.819" v="752" actId="20577"/>
        <pc:sldMkLst>
          <pc:docMk/>
          <pc:sldMk cId="2900049857" sldId="296"/>
        </pc:sldMkLst>
        <pc:spChg chg="add del">
          <ac:chgData name="Valdez Campa, Jacquelin" userId="S::jfvalde3@cougarnet.uh.edu::4585ea8e-dc69-4081-bfdb-0ea24b78dfd1" providerId="AD" clId="Web-{2BD867E5-CFA3-4A54-B3BE-51E16579F8A3}" dt="2024-10-22T03:32:56.139" v="55"/>
          <ac:spMkLst>
            <pc:docMk/>
            <pc:sldMk cId="2900049857" sldId="296"/>
            <ac:spMk id="2" creationId="{F98CEDD5-EAD6-3C13-5476-33CC542C7FAF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4:05:17.095" v="479" actId="20577"/>
          <ac:spMkLst>
            <pc:docMk/>
            <pc:sldMk cId="2900049857" sldId="296"/>
            <ac:spMk id="3" creationId="{240A5CD4-9B26-A170-9F6E-94D655AEAA03}"/>
          </ac:spMkLst>
        </pc:spChg>
        <pc:spChg chg="add mod">
          <ac:chgData name="Valdez Campa, Jacquelin" userId="S::jfvalde3@cougarnet.uh.edu::4585ea8e-dc69-4081-bfdb-0ea24b78dfd1" providerId="AD" clId="Web-{2BD867E5-CFA3-4A54-B3BE-51E16579F8A3}" dt="2024-10-22T04:28:19.688" v="688" actId="20577"/>
          <ac:spMkLst>
            <pc:docMk/>
            <pc:sldMk cId="2900049857" sldId="296"/>
            <ac:spMk id="4" creationId="{433155CF-2761-5A2C-471C-B1CE515D9511}"/>
          </ac:spMkLst>
        </pc:spChg>
        <pc:spChg chg="mod">
          <ac:chgData name="Valdez Campa, Jacquelin" userId="S::jfvalde3@cougarnet.uh.edu::4585ea8e-dc69-4081-bfdb-0ea24b78dfd1" providerId="AD" clId="Web-{2BD867E5-CFA3-4A54-B3BE-51E16579F8A3}" dt="2024-10-22T04:37:44.819" v="752" actId="20577"/>
          <ac:spMkLst>
            <pc:docMk/>
            <pc:sldMk cId="2900049857" sldId="296"/>
            <ac:spMk id="1413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2BD867E5-CFA3-4A54-B3BE-51E16579F8A3}" dt="2024-10-22T04:47:12.403" v="753" actId="1076"/>
        <pc:sldMkLst>
          <pc:docMk/>
          <pc:sldMk cId="1889031510" sldId="297"/>
        </pc:sldMkLst>
        <pc:spChg chg="mod">
          <ac:chgData name="Valdez Campa, Jacquelin" userId="S::jfvalde3@cougarnet.uh.edu::4585ea8e-dc69-4081-bfdb-0ea24b78dfd1" providerId="AD" clId="Web-{2BD867E5-CFA3-4A54-B3BE-51E16579F8A3}" dt="2024-10-22T04:08:44.878" v="551" actId="20577"/>
          <ac:spMkLst>
            <pc:docMk/>
            <pc:sldMk cId="1889031510" sldId="297"/>
            <ac:spMk id="2" creationId="{B34FCD24-0091-B329-BF7F-4D89E3F00AF7}"/>
          </ac:spMkLst>
        </pc:spChg>
        <pc:picChg chg="mod">
          <ac:chgData name="Valdez Campa, Jacquelin" userId="S::jfvalde3@cougarnet.uh.edu::4585ea8e-dc69-4081-bfdb-0ea24b78dfd1" providerId="AD" clId="Web-{2BD867E5-CFA3-4A54-B3BE-51E16579F8A3}" dt="2024-10-22T04:47:12.403" v="753" actId="1076"/>
          <ac:picMkLst>
            <pc:docMk/>
            <pc:sldMk cId="1889031510" sldId="297"/>
            <ac:picMk id="11" creationId="{65B194B0-41DD-E225-4FA5-A255A062CF22}"/>
          </ac:picMkLst>
        </pc:picChg>
      </pc:sldChg>
      <pc:sldChg chg="modSp ord">
        <pc:chgData name="Valdez Campa, Jacquelin" userId="S::jfvalde3@cougarnet.uh.edu::4585ea8e-dc69-4081-bfdb-0ea24b78dfd1" providerId="AD" clId="Web-{2BD867E5-CFA3-4A54-B3BE-51E16579F8A3}" dt="2024-10-22T03:58:50.560" v="431" actId="20577"/>
        <pc:sldMkLst>
          <pc:docMk/>
          <pc:sldMk cId="945485202" sldId="299"/>
        </pc:sldMkLst>
        <pc:spChg chg="mod">
          <ac:chgData name="Valdez Campa, Jacquelin" userId="S::jfvalde3@cougarnet.uh.edu::4585ea8e-dc69-4081-bfdb-0ea24b78dfd1" providerId="AD" clId="Web-{2BD867E5-CFA3-4A54-B3BE-51E16579F8A3}" dt="2024-10-22T03:58:50.560" v="431" actId="20577"/>
          <ac:spMkLst>
            <pc:docMk/>
            <pc:sldMk cId="945485202" sldId="299"/>
            <ac:spMk id="2" creationId="{78CB430B-CFCD-DF10-C026-6668A6ACCD3F}"/>
          </ac:spMkLst>
        </pc:spChg>
      </pc:sldChg>
      <pc:sldChg chg="modSp">
        <pc:chgData name="Valdez Campa, Jacquelin" userId="S::jfvalde3@cougarnet.uh.edu::4585ea8e-dc69-4081-bfdb-0ea24b78dfd1" providerId="AD" clId="Web-{2BD867E5-CFA3-4A54-B3BE-51E16579F8A3}" dt="2024-10-22T04:32:08.487" v="712" actId="20577"/>
        <pc:sldMkLst>
          <pc:docMk/>
          <pc:sldMk cId="458065585" sldId="301"/>
        </pc:sldMkLst>
        <pc:spChg chg="mod">
          <ac:chgData name="Valdez Campa, Jacquelin" userId="S::jfvalde3@cougarnet.uh.edu::4585ea8e-dc69-4081-bfdb-0ea24b78dfd1" providerId="AD" clId="Web-{2BD867E5-CFA3-4A54-B3BE-51E16579F8A3}" dt="2024-10-22T04:32:08.487" v="712" actId="20577"/>
          <ac:spMkLst>
            <pc:docMk/>
            <pc:sldMk cId="458065585" sldId="301"/>
            <ac:spMk id="3" creationId="{E2CEA544-31CD-A30C-C51B-FCD08B0B770A}"/>
          </ac:spMkLst>
        </pc:spChg>
      </pc:sldChg>
      <pc:sldChg chg="modSp">
        <pc:chgData name="Valdez Campa, Jacquelin" userId="S::jfvalde3@cougarnet.uh.edu::4585ea8e-dc69-4081-bfdb-0ea24b78dfd1" providerId="AD" clId="Web-{2BD867E5-CFA3-4A54-B3BE-51E16579F8A3}" dt="2024-10-22T04:25:32.249" v="678" actId="14100"/>
        <pc:sldMkLst>
          <pc:docMk/>
          <pc:sldMk cId="1714075115" sldId="303"/>
        </pc:sldMkLst>
        <pc:spChg chg="mod">
          <ac:chgData name="Valdez Campa, Jacquelin" userId="S::jfvalde3@cougarnet.uh.edu::4585ea8e-dc69-4081-bfdb-0ea24b78dfd1" providerId="AD" clId="Web-{2BD867E5-CFA3-4A54-B3BE-51E16579F8A3}" dt="2024-10-22T04:25:32.249" v="678" actId="14100"/>
          <ac:spMkLst>
            <pc:docMk/>
            <pc:sldMk cId="1714075115" sldId="303"/>
            <ac:spMk id="2" creationId="{B7784626-AF70-4A72-A278-7FAB40CBC3C8}"/>
          </ac:spMkLst>
        </pc:spChg>
      </pc:sldChg>
      <pc:sldChg chg="modSp">
        <pc:chgData name="Valdez Campa, Jacquelin" userId="S::jfvalde3@cougarnet.uh.edu::4585ea8e-dc69-4081-bfdb-0ea24b78dfd1" providerId="AD" clId="Web-{2BD867E5-CFA3-4A54-B3BE-51E16579F8A3}" dt="2024-10-22T04:33:02.550" v="719" actId="1076"/>
        <pc:sldMkLst>
          <pc:docMk/>
          <pc:sldMk cId="3915961670" sldId="304"/>
        </pc:sldMkLst>
        <pc:spChg chg="mod">
          <ac:chgData name="Valdez Campa, Jacquelin" userId="S::jfvalde3@cougarnet.uh.edu::4585ea8e-dc69-4081-bfdb-0ea24b78dfd1" providerId="AD" clId="Web-{2BD867E5-CFA3-4A54-B3BE-51E16579F8A3}" dt="2024-10-22T04:33:02.550" v="719" actId="1076"/>
          <ac:spMkLst>
            <pc:docMk/>
            <pc:sldMk cId="3915961670" sldId="304"/>
            <ac:spMk id="3" creationId="{2E3D8A92-1EA3-6A7E-21D6-B903BC0BAC58}"/>
          </ac:spMkLst>
        </pc:spChg>
      </pc:sldChg>
    </pc:docChg>
  </pc:docChgLst>
  <pc:docChgLst>
    <pc:chgData name="Castro, Isabela S" userId="S::iscastro@cougarnet.uh.edu::649063bf-9169-45d1-a0dc-323b3e7dde67" providerId="AD" clId="Web-{1FA0A97E-E071-1430-F17F-C7014DF97F53}"/>
    <pc:docChg chg="modSld">
      <pc:chgData name="Castro, Isabela S" userId="S::iscastro@cougarnet.uh.edu::649063bf-9169-45d1-a0dc-323b3e7dde67" providerId="AD" clId="Web-{1FA0A97E-E071-1430-F17F-C7014DF97F53}" dt="2024-10-22T04:39:16.062" v="729" actId="20577"/>
      <pc:docMkLst>
        <pc:docMk/>
      </pc:docMkLst>
      <pc:sldChg chg="addSp modSp">
        <pc:chgData name="Castro, Isabela S" userId="S::iscastro@cougarnet.uh.edu::649063bf-9169-45d1-a0dc-323b3e7dde67" providerId="AD" clId="Web-{1FA0A97E-E071-1430-F17F-C7014DF97F53}" dt="2024-10-22T04:33:26.457" v="666" actId="1076"/>
        <pc:sldMkLst>
          <pc:docMk/>
          <pc:sldMk cId="0" sldId="258"/>
        </pc:sldMkLst>
        <pc:spChg chg="mod">
          <ac:chgData name="Castro, Isabela S" userId="S::iscastro@cougarnet.uh.edu::649063bf-9169-45d1-a0dc-323b3e7dde67" providerId="AD" clId="Web-{1FA0A97E-E071-1430-F17F-C7014DF97F53}" dt="2024-10-22T04:32:00.716" v="650" actId="1076"/>
          <ac:spMkLst>
            <pc:docMk/>
            <pc:sldMk cId="0" sldId="258"/>
            <ac:spMk id="3" creationId="{F0FFA262-3D22-04AA-D1F9-D832267908C8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32:04.498" v="651" actId="1076"/>
          <ac:spMkLst>
            <pc:docMk/>
            <pc:sldMk cId="0" sldId="258"/>
            <ac:spMk id="1390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32:18.124" v="653" actId="1076"/>
          <ac:spMkLst>
            <pc:docMk/>
            <pc:sldMk cId="0" sldId="258"/>
            <ac:spMk id="1391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33:18.956" v="665" actId="1076"/>
          <ac:spMkLst>
            <pc:docMk/>
            <pc:sldMk cId="0" sldId="258"/>
            <ac:spMk id="1392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28:48.983" v="626" actId="1076"/>
          <ac:spMkLst>
            <pc:docMk/>
            <pc:sldMk cId="0" sldId="258"/>
            <ac:spMk id="1396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33:26.457" v="666" actId="1076"/>
          <ac:spMkLst>
            <pc:docMk/>
            <pc:sldMk cId="0" sldId="258"/>
            <ac:spMk id="1397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28:54.046" v="627" actId="1076"/>
          <ac:spMkLst>
            <pc:docMk/>
            <pc:sldMk cId="0" sldId="258"/>
            <ac:spMk id="1398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32:22.499" v="654" actId="1076"/>
          <ac:spMkLst>
            <pc:docMk/>
            <pc:sldMk cId="0" sldId="258"/>
            <ac:spMk id="1401" creationId="{00000000-0000-0000-0000-000000000000}"/>
          </ac:spMkLst>
        </pc:spChg>
        <pc:cxnChg chg="add mod">
          <ac:chgData name="Castro, Isabela S" userId="S::iscastro@cougarnet.uh.edu::649063bf-9169-45d1-a0dc-323b3e7dde67" providerId="AD" clId="Web-{1FA0A97E-E071-1430-F17F-C7014DF97F53}" dt="2024-10-22T04:31:07.415" v="642" actId="14100"/>
          <ac:cxnSpMkLst>
            <pc:docMk/>
            <pc:sldMk cId="0" sldId="258"/>
            <ac:cxnSpMk id="2" creationId="{7DDDC245-6D9D-C17E-10E7-0350EF562446}"/>
          </ac:cxnSpMkLst>
        </pc:cxnChg>
        <pc:cxnChg chg="add mod">
          <ac:chgData name="Castro, Isabela S" userId="S::iscastro@cougarnet.uh.edu::649063bf-9169-45d1-a0dc-323b3e7dde67" providerId="AD" clId="Web-{1FA0A97E-E071-1430-F17F-C7014DF97F53}" dt="2024-10-22T04:31:51.997" v="649" actId="1076"/>
          <ac:cxnSpMkLst>
            <pc:docMk/>
            <pc:sldMk cId="0" sldId="258"/>
            <ac:cxnSpMk id="4" creationId="{B2BC5144-90AD-876E-ED4F-6BE177D5790E}"/>
          </ac:cxnSpMkLst>
        </pc:cxnChg>
        <pc:cxnChg chg="add mod">
          <ac:chgData name="Castro, Isabela S" userId="S::iscastro@cougarnet.uh.edu::649063bf-9169-45d1-a0dc-323b3e7dde67" providerId="AD" clId="Web-{1FA0A97E-E071-1430-F17F-C7014DF97F53}" dt="2024-10-22T04:32:42" v="658" actId="14100"/>
          <ac:cxnSpMkLst>
            <pc:docMk/>
            <pc:sldMk cId="0" sldId="258"/>
            <ac:cxnSpMk id="6" creationId="{BC15293B-C785-59FB-70A6-D66389CA2F07}"/>
          </ac:cxnSpMkLst>
        </pc:cxnChg>
        <pc:cxnChg chg="add mod">
          <ac:chgData name="Castro, Isabela S" userId="S::iscastro@cougarnet.uh.edu::649063bf-9169-45d1-a0dc-323b3e7dde67" providerId="AD" clId="Web-{1FA0A97E-E071-1430-F17F-C7014DF97F53}" dt="2024-10-22T04:33:15.784" v="664" actId="14100"/>
          <ac:cxnSpMkLst>
            <pc:docMk/>
            <pc:sldMk cId="0" sldId="258"/>
            <ac:cxnSpMk id="7" creationId="{112890A1-8A05-FF18-B05E-AFD55837107C}"/>
          </ac:cxnSpMkLst>
        </pc:cxnChg>
      </pc:sldChg>
      <pc:sldChg chg="modSp">
        <pc:chgData name="Castro, Isabela S" userId="S::iscastro@cougarnet.uh.edu::649063bf-9169-45d1-a0dc-323b3e7dde67" providerId="AD" clId="Web-{1FA0A97E-E071-1430-F17F-C7014DF97F53}" dt="2024-10-22T04:39:16.062" v="729" actId="20577"/>
        <pc:sldMkLst>
          <pc:docMk/>
          <pc:sldMk cId="0" sldId="259"/>
        </pc:sldMkLst>
        <pc:spChg chg="mod">
          <ac:chgData name="Castro, Isabela S" userId="S::iscastro@cougarnet.uh.edu::649063bf-9169-45d1-a0dc-323b3e7dde67" providerId="AD" clId="Web-{1FA0A97E-E071-1430-F17F-C7014DF97F53}" dt="2024-10-22T04:37:55.697" v="698" actId="20577"/>
          <ac:spMkLst>
            <pc:docMk/>
            <pc:sldMk cId="0" sldId="259"/>
            <ac:spMk id="4" creationId="{68E48CD8-51C9-121C-C8D9-5F48E044ACC3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39:16.062" v="729" actId="20577"/>
          <ac:spMkLst>
            <pc:docMk/>
            <pc:sldMk cId="0" sldId="259"/>
            <ac:spMk id="1406" creationId="{00000000-0000-0000-0000-000000000000}"/>
          </ac:spMkLst>
        </pc:spChg>
      </pc:sldChg>
      <pc:sldChg chg="modSp">
        <pc:chgData name="Castro, Isabela S" userId="S::iscastro@cougarnet.uh.edu::649063bf-9169-45d1-a0dc-323b3e7dde67" providerId="AD" clId="Web-{1FA0A97E-E071-1430-F17F-C7014DF97F53}" dt="2024-10-22T04:04:33.345" v="618" actId="20577"/>
        <pc:sldMkLst>
          <pc:docMk/>
          <pc:sldMk cId="0" sldId="263"/>
        </pc:sldMkLst>
        <pc:spChg chg="mod">
          <ac:chgData name="Castro, Isabela S" userId="S::iscastro@cougarnet.uh.edu::649063bf-9169-45d1-a0dc-323b3e7dde67" providerId="AD" clId="Web-{1FA0A97E-E071-1430-F17F-C7014DF97F53}" dt="2024-10-22T04:04:18.047" v="617" actId="1076"/>
          <ac:spMkLst>
            <pc:docMk/>
            <pc:sldMk cId="0" sldId="263"/>
            <ac:spMk id="5" creationId="{9D373D8B-7EBF-B4C2-8406-DC9545BA28A1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03:50.326" v="615" actId="1076"/>
          <ac:spMkLst>
            <pc:docMk/>
            <pc:sldMk cId="0" sldId="263"/>
            <ac:spMk id="6" creationId="{EE9AEE8B-66CE-8459-1064-CA1052995694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04:13.843" v="616" actId="1076"/>
          <ac:spMkLst>
            <pc:docMk/>
            <pc:sldMk cId="0" sldId="263"/>
            <ac:spMk id="1484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3:56:23.887" v="283" actId="1076"/>
          <ac:spMkLst>
            <pc:docMk/>
            <pc:sldMk cId="0" sldId="263"/>
            <ac:spMk id="1486" creationId="{00000000-0000-0000-0000-000000000000}"/>
          </ac:spMkLst>
        </pc:spChg>
        <pc:spChg chg="mod">
          <ac:chgData name="Castro, Isabela S" userId="S::iscastro@cougarnet.uh.edu::649063bf-9169-45d1-a0dc-323b3e7dde67" providerId="AD" clId="Web-{1FA0A97E-E071-1430-F17F-C7014DF97F53}" dt="2024-10-22T04:04:33.345" v="618" actId="20577"/>
          <ac:spMkLst>
            <pc:docMk/>
            <pc:sldMk cId="0" sldId="263"/>
            <ac:spMk id="1489" creationId="{00000000-0000-0000-0000-000000000000}"/>
          </ac:spMkLst>
        </pc:spChg>
      </pc:sldChg>
    </pc:docChg>
  </pc:docChgLst>
  <pc:docChgLst>
    <pc:chgData name="Castro, Isabela S" userId="S::iscastro@cougarnet.uh.edu::649063bf-9169-45d1-a0dc-323b3e7dde67" providerId="AD" clId="Web-{BBCED761-434D-8E3F-A9A9-2A385F391505}"/>
    <pc:docChg chg="modSld">
      <pc:chgData name="Castro, Isabela S" userId="S::iscastro@cougarnet.uh.edu::649063bf-9169-45d1-a0dc-323b3e7dde67" providerId="AD" clId="Web-{BBCED761-434D-8E3F-A9A9-2A385F391505}" dt="2024-10-21T23:47:34.684" v="1" actId="1076"/>
      <pc:docMkLst>
        <pc:docMk/>
      </pc:docMkLst>
      <pc:sldChg chg="modSp">
        <pc:chgData name="Castro, Isabela S" userId="S::iscastro@cougarnet.uh.edu::649063bf-9169-45d1-a0dc-323b3e7dde67" providerId="AD" clId="Web-{BBCED761-434D-8E3F-A9A9-2A385F391505}" dt="2024-10-21T23:47:34.684" v="1" actId="1076"/>
        <pc:sldMkLst>
          <pc:docMk/>
          <pc:sldMk cId="0" sldId="258"/>
        </pc:sldMkLst>
        <pc:spChg chg="mod">
          <ac:chgData name="Castro, Isabela S" userId="S::iscastro@cougarnet.uh.edu::649063bf-9169-45d1-a0dc-323b3e7dde67" providerId="AD" clId="Web-{BBCED761-434D-8E3F-A9A9-2A385F391505}" dt="2024-10-21T23:47:34.684" v="1" actId="1076"/>
          <ac:spMkLst>
            <pc:docMk/>
            <pc:sldMk cId="0" sldId="258"/>
            <ac:spMk id="1389" creationId="{00000000-0000-0000-0000-000000000000}"/>
          </ac:spMkLst>
        </pc:spChg>
      </pc:sldChg>
    </pc:docChg>
  </pc:docChgLst>
  <pc:docChgLst>
    <pc:chgData name="Torres, Jared F" userId="90f5a453-193f-44d5-9cf8-1acb9568a36a" providerId="ADAL" clId="{9A20DFB3-E0AC-4F6D-A3DE-B90EF4A4E71A}"/>
    <pc:docChg chg="undo redo custSel addSld delSld modSld sldOrd">
      <pc:chgData name="Torres, Jared F" userId="90f5a453-193f-44d5-9cf8-1acb9568a36a" providerId="ADAL" clId="{9A20DFB3-E0AC-4F6D-A3DE-B90EF4A4E71A}" dt="2024-10-22T04:46:27.892" v="1431"/>
      <pc:docMkLst>
        <pc:docMk/>
      </pc:docMkLst>
      <pc:sldChg chg="ord">
        <pc:chgData name="Torres, Jared F" userId="90f5a453-193f-44d5-9cf8-1acb9568a36a" providerId="ADAL" clId="{9A20DFB3-E0AC-4F6D-A3DE-B90EF4A4E71A}" dt="2024-10-22T03:51:18.961" v="889"/>
        <pc:sldMkLst>
          <pc:docMk/>
          <pc:sldMk cId="0" sldId="259"/>
        </pc:sldMkLst>
      </pc:sldChg>
      <pc:sldChg chg="add del">
        <pc:chgData name="Torres, Jared F" userId="90f5a453-193f-44d5-9cf8-1acb9568a36a" providerId="ADAL" clId="{9A20DFB3-E0AC-4F6D-A3DE-B90EF4A4E71A}" dt="2024-10-22T04:13:58.493" v="1129" actId="47"/>
        <pc:sldMkLst>
          <pc:docMk/>
          <pc:sldMk cId="0" sldId="260"/>
        </pc:sldMkLst>
      </pc:sldChg>
      <pc:sldChg chg="addSp delSp modSp mod">
        <pc:chgData name="Torres, Jared F" userId="90f5a453-193f-44d5-9cf8-1acb9568a36a" providerId="ADAL" clId="{9A20DFB3-E0AC-4F6D-A3DE-B90EF4A4E71A}" dt="2024-10-22T04:13:34.217" v="1128" actId="14100"/>
        <pc:sldMkLst>
          <pc:docMk/>
          <pc:sldMk cId="0" sldId="261"/>
        </pc:sldMkLst>
        <pc:spChg chg="add del mod">
          <ac:chgData name="Torres, Jared F" userId="90f5a453-193f-44d5-9cf8-1acb9568a36a" providerId="ADAL" clId="{9A20DFB3-E0AC-4F6D-A3DE-B90EF4A4E71A}" dt="2024-10-22T03:52:19.525" v="900" actId="478"/>
          <ac:spMkLst>
            <pc:docMk/>
            <pc:sldMk cId="0" sldId="261"/>
            <ac:spMk id="3" creationId="{E6960ACB-477D-886B-97EE-B368B9853E54}"/>
          </ac:spMkLst>
        </pc:spChg>
        <pc:spChg chg="add mod">
          <ac:chgData name="Torres, Jared F" userId="90f5a453-193f-44d5-9cf8-1acb9568a36a" providerId="ADAL" clId="{9A20DFB3-E0AC-4F6D-A3DE-B90EF4A4E71A}" dt="2024-10-22T03:56:13.508" v="981" actId="1076"/>
          <ac:spMkLst>
            <pc:docMk/>
            <pc:sldMk cId="0" sldId="261"/>
            <ac:spMk id="5" creationId="{69510260-BBBA-D809-4B31-E49E587352F5}"/>
          </ac:spMkLst>
        </pc:spChg>
        <pc:spChg chg="mod">
          <ac:chgData name="Torres, Jared F" userId="90f5a453-193f-44d5-9cf8-1acb9568a36a" providerId="ADAL" clId="{9A20DFB3-E0AC-4F6D-A3DE-B90EF4A4E71A}" dt="2024-10-22T03:47:03.460" v="740"/>
          <ac:spMkLst>
            <pc:docMk/>
            <pc:sldMk cId="0" sldId="261"/>
            <ac:spMk id="6" creationId="{DF1B0EB2-F2E3-7FA6-5FCB-CE150247828A}"/>
          </ac:spMkLst>
        </pc:spChg>
        <pc:spChg chg="add del mod">
          <ac:chgData name="Torres, Jared F" userId="90f5a453-193f-44d5-9cf8-1acb9568a36a" providerId="ADAL" clId="{9A20DFB3-E0AC-4F6D-A3DE-B90EF4A4E71A}" dt="2024-10-22T03:53:13.710" v="928" actId="478"/>
          <ac:spMkLst>
            <pc:docMk/>
            <pc:sldMk cId="0" sldId="261"/>
            <ac:spMk id="8" creationId="{7E57ABAC-79B7-36C9-745F-03869014A43A}"/>
          </ac:spMkLst>
        </pc:spChg>
        <pc:spChg chg="add mod">
          <ac:chgData name="Torres, Jared F" userId="90f5a453-193f-44d5-9cf8-1acb9568a36a" providerId="ADAL" clId="{9A20DFB3-E0AC-4F6D-A3DE-B90EF4A4E71A}" dt="2024-10-22T04:13:21.087" v="1120" actId="1076"/>
          <ac:spMkLst>
            <pc:docMk/>
            <pc:sldMk cId="0" sldId="261"/>
            <ac:spMk id="9" creationId="{9FF58D03-28FF-BBC2-9175-A72CBE5535DA}"/>
          </ac:spMkLst>
        </pc:spChg>
        <pc:spChg chg="add del">
          <ac:chgData name="Torres, Jared F" userId="90f5a453-193f-44d5-9cf8-1acb9568a36a" providerId="ADAL" clId="{9A20DFB3-E0AC-4F6D-A3DE-B90EF4A4E71A}" dt="2024-10-22T03:54:01.768" v="951" actId="22"/>
          <ac:spMkLst>
            <pc:docMk/>
            <pc:sldMk cId="0" sldId="261"/>
            <ac:spMk id="11" creationId="{DD8104B5-2E7D-0628-B102-0BB474729DC6}"/>
          </ac:spMkLst>
        </pc:spChg>
        <pc:spChg chg="add mod">
          <ac:chgData name="Torres, Jared F" userId="90f5a453-193f-44d5-9cf8-1acb9568a36a" providerId="ADAL" clId="{9A20DFB3-E0AC-4F6D-A3DE-B90EF4A4E71A}" dt="2024-10-22T04:13:34.217" v="1128" actId="14100"/>
          <ac:spMkLst>
            <pc:docMk/>
            <pc:sldMk cId="0" sldId="261"/>
            <ac:spMk id="13" creationId="{7C18DDC1-C632-9E98-CA3E-8B30D607C7DF}"/>
          </ac:spMkLst>
        </pc:spChg>
        <pc:spChg chg="add del">
          <ac:chgData name="Torres, Jared F" userId="90f5a453-193f-44d5-9cf8-1acb9568a36a" providerId="ADAL" clId="{9A20DFB3-E0AC-4F6D-A3DE-B90EF4A4E71A}" dt="2024-10-22T03:54:07.383" v="955" actId="22"/>
          <ac:spMkLst>
            <pc:docMk/>
            <pc:sldMk cId="0" sldId="261"/>
            <ac:spMk id="15" creationId="{72186778-0F72-325B-8D2E-7853AAFA4FB5}"/>
          </ac:spMkLst>
        </pc:spChg>
        <pc:spChg chg="add mod">
          <ac:chgData name="Torres, Jared F" userId="90f5a453-193f-44d5-9cf8-1acb9568a36a" providerId="ADAL" clId="{9A20DFB3-E0AC-4F6D-A3DE-B90EF4A4E71A}" dt="2024-10-22T03:56:21.853" v="984" actId="1076"/>
          <ac:spMkLst>
            <pc:docMk/>
            <pc:sldMk cId="0" sldId="261"/>
            <ac:spMk id="17" creationId="{15EE4CF7-4564-CAFD-A891-6F4544DCC430}"/>
          </ac:spMkLst>
        </pc:spChg>
        <pc:spChg chg="add del">
          <ac:chgData name="Torres, Jared F" userId="90f5a453-193f-44d5-9cf8-1acb9568a36a" providerId="ADAL" clId="{9A20DFB3-E0AC-4F6D-A3DE-B90EF4A4E71A}" dt="2024-10-22T03:56:53.913" v="989" actId="22"/>
          <ac:spMkLst>
            <pc:docMk/>
            <pc:sldMk cId="0" sldId="261"/>
            <ac:spMk id="19" creationId="{0C635C5F-D764-2CF5-2D1D-780D1844013E}"/>
          </ac:spMkLst>
        </pc:spChg>
        <pc:spChg chg="mod">
          <ac:chgData name="Torres, Jared F" userId="90f5a453-193f-44d5-9cf8-1acb9568a36a" providerId="ADAL" clId="{9A20DFB3-E0AC-4F6D-A3DE-B90EF4A4E71A}" dt="2024-10-22T03:59:08.845" v="1019" actId="1076"/>
          <ac:spMkLst>
            <pc:docMk/>
            <pc:sldMk cId="0" sldId="261"/>
            <ac:spMk id="1434" creationId="{00000000-0000-0000-0000-000000000000}"/>
          </ac:spMkLst>
        </pc:spChg>
        <pc:spChg chg="mod">
          <ac:chgData name="Torres, Jared F" userId="90f5a453-193f-44d5-9cf8-1acb9568a36a" providerId="ADAL" clId="{9A20DFB3-E0AC-4F6D-A3DE-B90EF4A4E71A}" dt="2024-10-22T03:59:05.788" v="1018" actId="1076"/>
          <ac:spMkLst>
            <pc:docMk/>
            <pc:sldMk cId="0" sldId="261"/>
            <ac:spMk id="1436" creationId="{00000000-0000-0000-0000-000000000000}"/>
          </ac:spMkLst>
        </pc:spChg>
        <pc:spChg chg="mod">
          <ac:chgData name="Torres, Jared F" userId="90f5a453-193f-44d5-9cf8-1acb9568a36a" providerId="ADAL" clId="{9A20DFB3-E0AC-4F6D-A3DE-B90EF4A4E71A}" dt="2024-10-22T03:56:10.173" v="980" actId="1076"/>
          <ac:spMkLst>
            <pc:docMk/>
            <pc:sldMk cId="0" sldId="261"/>
            <ac:spMk id="1437" creationId="{00000000-0000-0000-0000-000000000000}"/>
          </ac:spMkLst>
        </pc:spChg>
        <pc:spChg chg="mod">
          <ac:chgData name="Torres, Jared F" userId="90f5a453-193f-44d5-9cf8-1acb9568a36a" providerId="ADAL" clId="{9A20DFB3-E0AC-4F6D-A3DE-B90EF4A4E71A}" dt="2024-10-22T03:56:31.179" v="986" actId="14100"/>
          <ac:spMkLst>
            <pc:docMk/>
            <pc:sldMk cId="0" sldId="261"/>
            <ac:spMk id="1438" creationId="{00000000-0000-0000-0000-000000000000}"/>
          </ac:spMkLst>
        </pc:spChg>
        <pc:spChg chg="mod">
          <ac:chgData name="Torres, Jared F" userId="90f5a453-193f-44d5-9cf8-1acb9568a36a" providerId="ADAL" clId="{9A20DFB3-E0AC-4F6D-A3DE-B90EF4A4E71A}" dt="2024-10-22T03:55:55.702" v="979" actId="1076"/>
          <ac:spMkLst>
            <pc:docMk/>
            <pc:sldMk cId="0" sldId="261"/>
            <ac:spMk id="1439" creationId="{00000000-0000-0000-0000-000000000000}"/>
          </ac:spMkLst>
        </pc:spChg>
        <pc:spChg chg="mod">
          <ac:chgData name="Torres, Jared F" userId="90f5a453-193f-44d5-9cf8-1acb9568a36a" providerId="ADAL" clId="{9A20DFB3-E0AC-4F6D-A3DE-B90EF4A4E71A}" dt="2024-10-22T03:57:25.157" v="994" actId="1076"/>
          <ac:spMkLst>
            <pc:docMk/>
            <pc:sldMk cId="0" sldId="261"/>
            <ac:spMk id="1440" creationId="{00000000-0000-0000-0000-000000000000}"/>
          </ac:spMkLst>
        </pc:spChg>
        <pc:grpChg chg="mod">
          <ac:chgData name="Torres, Jared F" userId="90f5a453-193f-44d5-9cf8-1acb9568a36a" providerId="ADAL" clId="{9A20DFB3-E0AC-4F6D-A3DE-B90EF4A4E71A}" dt="2024-10-22T03:56:35.412" v="987" actId="1076"/>
          <ac:grpSpMkLst>
            <pc:docMk/>
            <pc:sldMk cId="0" sldId="261"/>
            <ac:grpSpMk id="1441" creationId="{00000000-0000-0000-0000-000000000000}"/>
          </ac:grpSpMkLst>
        </pc:grpChg>
        <pc:grpChg chg="mod">
          <ac:chgData name="Torres, Jared F" userId="90f5a453-193f-44d5-9cf8-1acb9568a36a" providerId="ADAL" clId="{9A20DFB3-E0AC-4F6D-A3DE-B90EF4A4E71A}" dt="2024-10-22T03:57:27.517" v="995" actId="1076"/>
          <ac:grpSpMkLst>
            <pc:docMk/>
            <pc:sldMk cId="0" sldId="261"/>
            <ac:grpSpMk id="1447" creationId="{00000000-0000-0000-0000-000000000000}"/>
          </ac:grpSpMkLst>
        </pc:grpChg>
        <pc:picChg chg="add del mod">
          <ac:chgData name="Torres, Jared F" userId="90f5a453-193f-44d5-9cf8-1acb9568a36a" providerId="ADAL" clId="{9A20DFB3-E0AC-4F6D-A3DE-B90EF4A4E71A}" dt="2024-10-22T03:58:28.037" v="1007" actId="478"/>
          <ac:picMkLst>
            <pc:docMk/>
            <pc:sldMk cId="0" sldId="261"/>
            <ac:picMk id="20" creationId="{8FB8AB72-6327-5238-8F84-0CD048F9C87E}"/>
          </ac:picMkLst>
        </pc:picChg>
      </pc:sldChg>
      <pc:sldChg chg="addSp delSp modSp mod ord">
        <pc:chgData name="Torres, Jared F" userId="90f5a453-193f-44d5-9cf8-1acb9568a36a" providerId="ADAL" clId="{9A20DFB3-E0AC-4F6D-A3DE-B90EF4A4E71A}" dt="2024-10-22T04:02:35.366" v="1075" actId="478"/>
        <pc:sldMkLst>
          <pc:docMk/>
          <pc:sldMk cId="0" sldId="263"/>
        </pc:sldMkLst>
        <pc:picChg chg="add del mod">
          <ac:chgData name="Torres, Jared F" userId="90f5a453-193f-44d5-9cf8-1acb9568a36a" providerId="ADAL" clId="{9A20DFB3-E0AC-4F6D-A3DE-B90EF4A4E71A}" dt="2024-10-22T04:02:35.366" v="1075" actId="478"/>
          <ac:picMkLst>
            <pc:docMk/>
            <pc:sldMk cId="0" sldId="263"/>
            <ac:picMk id="2" creationId="{DB99D9D3-5249-FAD8-C34D-FBD352C9891D}"/>
          </ac:picMkLst>
        </pc:picChg>
      </pc:sldChg>
      <pc:sldChg chg="addSp delSp modSp mod ord">
        <pc:chgData name="Torres, Jared F" userId="90f5a453-193f-44d5-9cf8-1acb9568a36a" providerId="ADAL" clId="{9A20DFB3-E0AC-4F6D-A3DE-B90EF4A4E71A}" dt="2024-10-22T04:46:27.892" v="1431"/>
        <pc:sldMkLst>
          <pc:docMk/>
          <pc:sldMk cId="0" sldId="264"/>
        </pc:sldMkLst>
        <pc:spChg chg="add mod">
          <ac:chgData name="Torres, Jared F" userId="90f5a453-193f-44d5-9cf8-1acb9568a36a" providerId="ADAL" clId="{9A20DFB3-E0AC-4F6D-A3DE-B90EF4A4E71A}" dt="2024-10-22T04:02:03.320" v="1069" actId="113"/>
          <ac:spMkLst>
            <pc:docMk/>
            <pc:sldMk cId="0" sldId="264"/>
            <ac:spMk id="4" creationId="{D2B83E29-2975-50DD-2394-E34E614E182F}"/>
          </ac:spMkLst>
        </pc:spChg>
        <pc:spChg chg="del">
          <ac:chgData name="Torres, Jared F" userId="90f5a453-193f-44d5-9cf8-1acb9568a36a" providerId="ADAL" clId="{9A20DFB3-E0AC-4F6D-A3DE-B90EF4A4E71A}" dt="2024-10-22T03:58:21.324" v="1004" actId="478"/>
          <ac:spMkLst>
            <pc:docMk/>
            <pc:sldMk cId="0" sldId="264"/>
            <ac:spMk id="10" creationId="{0F9C3A1A-1214-6F62-932A-DEBBF4C5B9AC}"/>
          </ac:spMkLst>
        </pc:spChg>
        <pc:spChg chg="del mod">
          <ac:chgData name="Torres, Jared F" userId="90f5a453-193f-44d5-9cf8-1acb9568a36a" providerId="ADAL" clId="{9A20DFB3-E0AC-4F6D-A3DE-B90EF4A4E71A}" dt="2024-10-22T03:58:25.780" v="1006" actId="478"/>
          <ac:spMkLst>
            <pc:docMk/>
            <pc:sldMk cId="0" sldId="264"/>
            <ac:spMk id="12" creationId="{26FD6238-4031-FD8C-22E2-1904945CE83B}"/>
          </ac:spMkLst>
        </pc:spChg>
        <pc:spChg chg="del mod">
          <ac:chgData name="Torres, Jared F" userId="90f5a453-193f-44d5-9cf8-1acb9568a36a" providerId="ADAL" clId="{9A20DFB3-E0AC-4F6D-A3DE-B90EF4A4E71A}" dt="2024-10-22T04:00:49.389" v="1023" actId="478"/>
          <ac:spMkLst>
            <pc:docMk/>
            <pc:sldMk cId="0" sldId="264"/>
            <ac:spMk id="16" creationId="{D55CB77F-4566-5F4E-C74B-0B11B21F8926}"/>
          </ac:spMkLst>
        </pc:spChg>
        <pc:spChg chg="del">
          <ac:chgData name="Torres, Jared F" userId="90f5a453-193f-44d5-9cf8-1acb9568a36a" providerId="ADAL" clId="{9A20DFB3-E0AC-4F6D-A3DE-B90EF4A4E71A}" dt="2024-10-22T04:00:46.901" v="1021" actId="478"/>
          <ac:spMkLst>
            <pc:docMk/>
            <pc:sldMk cId="0" sldId="264"/>
            <ac:spMk id="18" creationId="{287B6793-8577-7CD2-F469-25E96D2B1D04}"/>
          </ac:spMkLst>
        </pc:spChg>
        <pc:spChg chg="del mod">
          <ac:chgData name="Torres, Jared F" userId="90f5a453-193f-44d5-9cf8-1acb9568a36a" providerId="ADAL" clId="{9A20DFB3-E0AC-4F6D-A3DE-B90EF4A4E71A}" dt="2024-10-22T04:00:51.981" v="1025" actId="478"/>
          <ac:spMkLst>
            <pc:docMk/>
            <pc:sldMk cId="0" sldId="264"/>
            <ac:spMk id="20" creationId="{75887364-F2DC-8C03-9EFD-A603CD5644FF}"/>
          </ac:spMkLst>
        </pc:spChg>
        <pc:spChg chg="del mod">
          <ac:chgData name="Torres, Jared F" userId="90f5a453-193f-44d5-9cf8-1acb9568a36a" providerId="ADAL" clId="{9A20DFB3-E0AC-4F6D-A3DE-B90EF4A4E71A}" dt="2024-10-22T04:00:54.662" v="1026" actId="478"/>
          <ac:spMkLst>
            <pc:docMk/>
            <pc:sldMk cId="0" sldId="264"/>
            <ac:spMk id="22" creationId="{D461C1A6-DDA6-A2CB-3E77-0DE40A230E39}"/>
          </ac:spMkLst>
        </pc:spChg>
        <pc:spChg chg="mod">
          <ac:chgData name="Torres, Jared F" userId="90f5a453-193f-44d5-9cf8-1acb9568a36a" providerId="ADAL" clId="{9A20DFB3-E0AC-4F6D-A3DE-B90EF4A4E71A}" dt="2024-10-22T04:01:15.116" v="1053" actId="1076"/>
          <ac:spMkLst>
            <pc:docMk/>
            <pc:sldMk cId="0" sldId="264"/>
            <ac:spMk id="1497" creationId="{00000000-0000-0000-0000-000000000000}"/>
          </ac:spMkLst>
        </pc:spChg>
        <pc:picChg chg="add mod">
          <ac:chgData name="Torres, Jared F" userId="90f5a453-193f-44d5-9cf8-1acb9568a36a" providerId="ADAL" clId="{9A20DFB3-E0AC-4F6D-A3DE-B90EF4A4E71A}" dt="2024-10-22T04:01:18.252" v="1054" actId="1076"/>
          <ac:picMkLst>
            <pc:docMk/>
            <pc:sldMk cId="0" sldId="264"/>
            <ac:picMk id="2" creationId="{EE83E8F6-C404-C15C-5898-33758D607AED}"/>
          </ac:picMkLst>
        </pc:picChg>
      </pc:sldChg>
      <pc:sldChg chg="addSp delSp modSp mod">
        <pc:chgData name="Torres, Jared F" userId="90f5a453-193f-44d5-9cf8-1acb9568a36a" providerId="ADAL" clId="{9A20DFB3-E0AC-4F6D-A3DE-B90EF4A4E71A}" dt="2024-10-22T04:43:44.123" v="1423" actId="1076"/>
        <pc:sldMkLst>
          <pc:docMk/>
          <pc:sldMk cId="0" sldId="277"/>
        </pc:sldMkLst>
        <pc:spChg chg="add mod">
          <ac:chgData name="Torres, Jared F" userId="90f5a453-193f-44d5-9cf8-1acb9568a36a" providerId="ADAL" clId="{9A20DFB3-E0AC-4F6D-A3DE-B90EF4A4E71A}" dt="2024-10-22T04:34:09.140" v="1411" actId="1076"/>
          <ac:spMkLst>
            <pc:docMk/>
            <pc:sldMk cId="0" sldId="277"/>
            <ac:spMk id="2" creationId="{1DFEFCE9-249C-F888-6774-60E59E7D5FD4}"/>
          </ac:spMkLst>
        </pc:spChg>
        <pc:spChg chg="mod">
          <ac:chgData name="Torres, Jared F" userId="90f5a453-193f-44d5-9cf8-1acb9568a36a" providerId="ADAL" clId="{9A20DFB3-E0AC-4F6D-A3DE-B90EF4A4E71A}" dt="2024-10-22T04:16:46.449" v="1131" actId="20577"/>
          <ac:spMkLst>
            <pc:docMk/>
            <pc:sldMk cId="0" sldId="277"/>
            <ac:spMk id="1850" creationId="{00000000-0000-0000-0000-000000000000}"/>
          </ac:spMkLst>
        </pc:spChg>
        <pc:picChg chg="add del mod">
          <ac:chgData name="Torres, Jared F" userId="90f5a453-193f-44d5-9cf8-1acb9568a36a" providerId="ADAL" clId="{9A20DFB3-E0AC-4F6D-A3DE-B90EF4A4E71A}" dt="2024-10-22T04:39:48.059" v="1417" actId="478"/>
          <ac:picMkLst>
            <pc:docMk/>
            <pc:sldMk cId="0" sldId="277"/>
            <ac:picMk id="5" creationId="{3E5759B7-3815-9667-AA36-732FF3EDE086}"/>
          </ac:picMkLst>
        </pc:picChg>
        <pc:picChg chg="add del mod">
          <ac:chgData name="Torres, Jared F" userId="90f5a453-193f-44d5-9cf8-1acb9568a36a" providerId="ADAL" clId="{9A20DFB3-E0AC-4F6D-A3DE-B90EF4A4E71A}" dt="2024-10-22T04:40:24.330" v="1420" actId="478"/>
          <ac:picMkLst>
            <pc:docMk/>
            <pc:sldMk cId="0" sldId="277"/>
            <ac:picMk id="7" creationId="{98E7F7DF-9B1B-1065-3B2A-0DEB7E5F063D}"/>
          </ac:picMkLst>
        </pc:picChg>
        <pc:picChg chg="add mod">
          <ac:chgData name="Torres, Jared F" userId="90f5a453-193f-44d5-9cf8-1acb9568a36a" providerId="ADAL" clId="{9A20DFB3-E0AC-4F6D-A3DE-B90EF4A4E71A}" dt="2024-10-22T04:43:44.123" v="1423" actId="1076"/>
          <ac:picMkLst>
            <pc:docMk/>
            <pc:sldMk cId="0" sldId="277"/>
            <ac:picMk id="9" creationId="{4D7F5A3B-35FC-BCB1-69C2-4A6D76E8B01E}"/>
          </ac:picMkLst>
        </pc:picChg>
      </pc:sldChg>
      <pc:sldChg chg="ord">
        <pc:chgData name="Torres, Jared F" userId="90f5a453-193f-44d5-9cf8-1acb9568a36a" providerId="ADAL" clId="{9A20DFB3-E0AC-4F6D-A3DE-B90EF4A4E71A}" dt="2024-10-22T03:40:52.081" v="688"/>
        <pc:sldMkLst>
          <pc:docMk/>
          <pc:sldMk cId="1889031510" sldId="297"/>
        </pc:sldMkLst>
      </pc:sldChg>
      <pc:sldChg chg="del">
        <pc:chgData name="Torres, Jared F" userId="90f5a453-193f-44d5-9cf8-1acb9568a36a" providerId="ADAL" clId="{9A20DFB3-E0AC-4F6D-A3DE-B90EF4A4E71A}" dt="2024-10-22T04:04:20.982" v="1113" actId="47"/>
        <pc:sldMkLst>
          <pc:docMk/>
          <pc:sldMk cId="4242486731" sldId="298"/>
        </pc:sldMkLst>
      </pc:sldChg>
      <pc:sldChg chg="addSp delSp modSp mod ord">
        <pc:chgData name="Torres, Jared F" userId="90f5a453-193f-44d5-9cf8-1acb9568a36a" providerId="ADAL" clId="{9A20DFB3-E0AC-4F6D-A3DE-B90EF4A4E71A}" dt="2024-10-22T04:28:18.859" v="1410" actId="1076"/>
        <pc:sldMkLst>
          <pc:docMk/>
          <pc:sldMk cId="945485202" sldId="299"/>
        </pc:sldMkLst>
        <pc:spChg chg="mod">
          <ac:chgData name="Torres, Jared F" userId="90f5a453-193f-44d5-9cf8-1acb9568a36a" providerId="ADAL" clId="{9A20DFB3-E0AC-4F6D-A3DE-B90EF4A4E71A}" dt="2024-10-22T02:53:55.783" v="125" actId="1076"/>
          <ac:spMkLst>
            <pc:docMk/>
            <pc:sldMk cId="945485202" sldId="299"/>
            <ac:spMk id="2" creationId="{78CB430B-CFCD-DF10-C026-6668A6ACCD3F}"/>
          </ac:spMkLst>
        </pc:spChg>
        <pc:spChg chg="add mod">
          <ac:chgData name="Torres, Jared F" userId="90f5a453-193f-44d5-9cf8-1acb9568a36a" providerId="ADAL" clId="{9A20DFB3-E0AC-4F6D-A3DE-B90EF4A4E71A}" dt="2024-10-22T04:27:42.042" v="1404" actId="1076"/>
          <ac:spMkLst>
            <pc:docMk/>
            <pc:sldMk cId="945485202" sldId="299"/>
            <ac:spMk id="3" creationId="{69E9A90B-0759-2B46-EBBF-AF545D5A7EFA}"/>
          </ac:spMkLst>
        </pc:spChg>
        <pc:spChg chg="add mod">
          <ac:chgData name="Torres, Jared F" userId="90f5a453-193f-44d5-9cf8-1acb9568a36a" providerId="ADAL" clId="{9A20DFB3-E0AC-4F6D-A3DE-B90EF4A4E71A}" dt="2024-10-22T04:27:38.674" v="1403" actId="1076"/>
          <ac:spMkLst>
            <pc:docMk/>
            <pc:sldMk cId="945485202" sldId="299"/>
            <ac:spMk id="4" creationId="{F53D1EB2-F59D-1A4C-ECE1-589A29D1B008}"/>
          </ac:spMkLst>
        </pc:spChg>
        <pc:spChg chg="add mod">
          <ac:chgData name="Torres, Jared F" userId="90f5a453-193f-44d5-9cf8-1acb9568a36a" providerId="ADAL" clId="{9A20DFB3-E0AC-4F6D-A3DE-B90EF4A4E71A}" dt="2024-10-22T04:28:04.469" v="1407" actId="1076"/>
          <ac:spMkLst>
            <pc:docMk/>
            <pc:sldMk cId="945485202" sldId="299"/>
            <ac:spMk id="5" creationId="{EC2DFD41-21FA-6DF4-596D-06B513C3524C}"/>
          </ac:spMkLst>
        </pc:spChg>
        <pc:spChg chg="add mod">
          <ac:chgData name="Torres, Jared F" userId="90f5a453-193f-44d5-9cf8-1acb9568a36a" providerId="ADAL" clId="{9A20DFB3-E0AC-4F6D-A3DE-B90EF4A4E71A}" dt="2024-10-22T04:27:57.426" v="1406" actId="1076"/>
          <ac:spMkLst>
            <pc:docMk/>
            <pc:sldMk cId="945485202" sldId="299"/>
            <ac:spMk id="6" creationId="{69C79257-9A76-E5B4-7166-12DBC191869C}"/>
          </ac:spMkLst>
        </pc:spChg>
        <pc:spChg chg="add mod">
          <ac:chgData name="Torres, Jared F" userId="90f5a453-193f-44d5-9cf8-1acb9568a36a" providerId="ADAL" clId="{9A20DFB3-E0AC-4F6D-A3DE-B90EF4A4E71A}" dt="2024-10-22T04:28:13.115" v="1408" actId="1076"/>
          <ac:spMkLst>
            <pc:docMk/>
            <pc:sldMk cId="945485202" sldId="299"/>
            <ac:spMk id="8" creationId="{331F84E2-0216-548E-ADD6-8816402E0BCF}"/>
          </ac:spMkLst>
        </pc:spChg>
        <pc:spChg chg="add mod">
          <ac:chgData name="Torres, Jared F" userId="90f5a453-193f-44d5-9cf8-1acb9568a36a" providerId="ADAL" clId="{9A20DFB3-E0AC-4F6D-A3DE-B90EF4A4E71A}" dt="2024-10-22T04:28:18.859" v="1410" actId="1076"/>
          <ac:spMkLst>
            <pc:docMk/>
            <pc:sldMk cId="945485202" sldId="299"/>
            <ac:spMk id="9" creationId="{4E66461C-4BB8-EE1E-23AF-C347F683C89A}"/>
          </ac:spMkLst>
        </pc:spChg>
        <pc:picChg chg="add mod">
          <ac:chgData name="Torres, Jared F" userId="90f5a453-193f-44d5-9cf8-1acb9568a36a" providerId="ADAL" clId="{9A20DFB3-E0AC-4F6D-A3DE-B90EF4A4E71A}" dt="2024-10-22T04:28:15.611" v="1409" actId="1076"/>
          <ac:picMkLst>
            <pc:docMk/>
            <pc:sldMk cId="945485202" sldId="299"/>
            <ac:picMk id="7" creationId="{422A9AFF-6C07-BF48-1917-951926F91BAB}"/>
          </ac:picMkLst>
        </pc:picChg>
        <pc:picChg chg="add del mod">
          <ac:chgData name="Torres, Jared F" userId="90f5a453-193f-44d5-9cf8-1acb9568a36a" providerId="ADAL" clId="{9A20DFB3-E0AC-4F6D-A3DE-B90EF4A4E71A}" dt="2024-10-22T02:55:10.626" v="137" actId="478"/>
          <ac:picMkLst>
            <pc:docMk/>
            <pc:sldMk cId="945485202" sldId="299"/>
            <ac:picMk id="1025" creationId="{625D411A-8795-DB8D-BA97-A468645B0C2E}"/>
          </ac:picMkLst>
        </pc:picChg>
        <pc:picChg chg="add del mod">
          <ac:chgData name="Torres, Jared F" userId="90f5a453-193f-44d5-9cf8-1acb9568a36a" providerId="ADAL" clId="{9A20DFB3-E0AC-4F6D-A3DE-B90EF4A4E71A}" dt="2024-10-22T02:55:10.626" v="137" actId="478"/>
          <ac:picMkLst>
            <pc:docMk/>
            <pc:sldMk cId="945485202" sldId="299"/>
            <ac:picMk id="1026" creationId="{2796A613-3F42-474B-226D-03481D2E5DAC}"/>
          </ac:picMkLst>
        </pc:picChg>
        <pc:picChg chg="add del mod">
          <ac:chgData name="Torres, Jared F" userId="90f5a453-193f-44d5-9cf8-1acb9568a36a" providerId="ADAL" clId="{9A20DFB3-E0AC-4F6D-A3DE-B90EF4A4E71A}" dt="2024-10-22T02:55:10.626" v="137" actId="478"/>
          <ac:picMkLst>
            <pc:docMk/>
            <pc:sldMk cId="945485202" sldId="299"/>
            <ac:picMk id="1027" creationId="{380BA271-5F43-2621-4C11-153F995CF2A3}"/>
          </ac:picMkLst>
        </pc:picChg>
        <pc:picChg chg="add del mod">
          <ac:chgData name="Torres, Jared F" userId="90f5a453-193f-44d5-9cf8-1acb9568a36a" providerId="ADAL" clId="{9A20DFB3-E0AC-4F6D-A3DE-B90EF4A4E71A}" dt="2024-10-22T02:55:31.190" v="143" actId="478"/>
          <ac:picMkLst>
            <pc:docMk/>
            <pc:sldMk cId="945485202" sldId="299"/>
            <ac:picMk id="1028" creationId="{0217ECF6-41D4-414A-4FEB-35CA8B761F5A}"/>
          </ac:picMkLst>
        </pc:picChg>
        <pc:picChg chg="add del mod">
          <ac:chgData name="Torres, Jared F" userId="90f5a453-193f-44d5-9cf8-1acb9568a36a" providerId="ADAL" clId="{9A20DFB3-E0AC-4F6D-A3DE-B90EF4A4E71A}" dt="2024-10-22T02:55:31.190" v="143" actId="478"/>
          <ac:picMkLst>
            <pc:docMk/>
            <pc:sldMk cId="945485202" sldId="299"/>
            <ac:picMk id="1029" creationId="{9E3834F9-8D2C-4ED8-92C2-FE541EF9C89B}"/>
          </ac:picMkLst>
        </pc:picChg>
        <pc:picChg chg="add mod">
          <ac:chgData name="Torres, Jared F" userId="90f5a453-193f-44d5-9cf8-1acb9568a36a" providerId="ADAL" clId="{9A20DFB3-E0AC-4F6D-A3DE-B90EF4A4E71A}" dt="2024-10-22T04:27:31.507" v="1402" actId="1076"/>
          <ac:picMkLst>
            <pc:docMk/>
            <pc:sldMk cId="945485202" sldId="299"/>
            <ac:picMk id="1030" creationId="{61127B48-190D-EE17-5993-59F95E2B30AE}"/>
          </ac:picMkLst>
        </pc:picChg>
        <pc:picChg chg="add del mod">
          <ac:chgData name="Torres, Jared F" userId="90f5a453-193f-44d5-9cf8-1acb9568a36a" providerId="ADAL" clId="{9A20DFB3-E0AC-4F6D-A3DE-B90EF4A4E71A}" dt="2024-10-22T02:56:53.053" v="221" actId="478"/>
          <ac:picMkLst>
            <pc:docMk/>
            <pc:sldMk cId="945485202" sldId="299"/>
            <ac:picMk id="1031" creationId="{B528D381-8347-C9B7-EEA5-CF25D9B5BBDB}"/>
          </ac:picMkLst>
        </pc:picChg>
        <pc:picChg chg="add del mod">
          <ac:chgData name="Torres, Jared F" userId="90f5a453-193f-44d5-9cf8-1acb9568a36a" providerId="ADAL" clId="{9A20DFB3-E0AC-4F6D-A3DE-B90EF4A4E71A}" dt="2024-10-22T03:04:03.823" v="296" actId="478"/>
          <ac:picMkLst>
            <pc:docMk/>
            <pc:sldMk cId="945485202" sldId="299"/>
            <ac:picMk id="1032" creationId="{5B5574E8-DAA2-EAC6-9F65-D3E8A8B18E74}"/>
          </ac:picMkLst>
        </pc:picChg>
        <pc:picChg chg="add mod">
          <ac:chgData name="Torres, Jared F" userId="90f5a453-193f-44d5-9cf8-1acb9568a36a" providerId="ADAL" clId="{9A20DFB3-E0AC-4F6D-A3DE-B90EF4A4E71A}" dt="2024-10-22T04:27:52.771" v="1405" actId="1076"/>
          <ac:picMkLst>
            <pc:docMk/>
            <pc:sldMk cId="945485202" sldId="299"/>
            <ac:picMk id="1033" creationId="{7B71F52B-4AB8-2E8A-F467-60ADE9CFF51A}"/>
          </ac:picMkLst>
        </pc:picChg>
      </pc:sldChg>
      <pc:sldChg chg="del">
        <pc:chgData name="Torres, Jared F" userId="90f5a453-193f-44d5-9cf8-1acb9568a36a" providerId="ADAL" clId="{9A20DFB3-E0AC-4F6D-A3DE-B90EF4A4E71A}" dt="2024-10-22T04:04:19.666" v="1112" actId="47"/>
        <pc:sldMkLst>
          <pc:docMk/>
          <pc:sldMk cId="3724908738" sldId="300"/>
        </pc:sldMkLst>
      </pc:sldChg>
      <pc:sldChg chg="addSp delSp modSp new mod">
        <pc:chgData name="Torres, Jared F" userId="90f5a453-193f-44d5-9cf8-1acb9568a36a" providerId="ADAL" clId="{9A20DFB3-E0AC-4F6D-A3DE-B90EF4A4E71A}" dt="2024-10-22T04:04:40.899" v="1114" actId="33524"/>
        <pc:sldMkLst>
          <pc:docMk/>
          <pc:sldMk cId="458065585" sldId="301"/>
        </pc:sldMkLst>
        <pc:spChg chg="mod">
          <ac:chgData name="Torres, Jared F" userId="90f5a453-193f-44d5-9cf8-1acb9568a36a" providerId="ADAL" clId="{9A20DFB3-E0AC-4F6D-A3DE-B90EF4A4E71A}" dt="2024-10-22T03:45:08.452" v="734" actId="1076"/>
          <ac:spMkLst>
            <pc:docMk/>
            <pc:sldMk cId="458065585" sldId="301"/>
            <ac:spMk id="2" creationId="{51084EEA-9732-DD7C-AD35-0EF32593C55F}"/>
          </ac:spMkLst>
        </pc:spChg>
        <pc:spChg chg="mod">
          <ac:chgData name="Torres, Jared F" userId="90f5a453-193f-44d5-9cf8-1acb9568a36a" providerId="ADAL" clId="{9A20DFB3-E0AC-4F6D-A3DE-B90EF4A4E71A}" dt="2024-10-22T04:04:40.899" v="1114" actId="33524"/>
          <ac:spMkLst>
            <pc:docMk/>
            <pc:sldMk cId="458065585" sldId="301"/>
            <ac:spMk id="3" creationId="{E2CEA544-31CD-A30C-C51B-FCD08B0B770A}"/>
          </ac:spMkLst>
        </pc:spChg>
        <pc:spChg chg="del">
          <ac:chgData name="Torres, Jared F" userId="90f5a453-193f-44d5-9cf8-1acb9568a36a" providerId="ADAL" clId="{9A20DFB3-E0AC-4F6D-A3DE-B90EF4A4E71A}" dt="2024-10-22T03:36:44.750" v="427" actId="478"/>
          <ac:spMkLst>
            <pc:docMk/>
            <pc:sldMk cId="458065585" sldId="301"/>
            <ac:spMk id="4" creationId="{86CB1B1F-71D9-07BA-31E0-A06D8F827675}"/>
          </ac:spMkLst>
        </pc:spChg>
        <pc:spChg chg="del mod">
          <ac:chgData name="Torres, Jared F" userId="90f5a453-193f-44d5-9cf8-1acb9568a36a" providerId="ADAL" clId="{9A20DFB3-E0AC-4F6D-A3DE-B90EF4A4E71A}" dt="2024-10-22T03:36:43.453" v="426" actId="478"/>
          <ac:spMkLst>
            <pc:docMk/>
            <pc:sldMk cId="458065585" sldId="301"/>
            <ac:spMk id="5" creationId="{FC25BF4D-C3D8-EF2A-EC6F-5CA2F60BE126}"/>
          </ac:spMkLst>
        </pc:spChg>
        <pc:spChg chg="mod">
          <ac:chgData name="Torres, Jared F" userId="90f5a453-193f-44d5-9cf8-1acb9568a36a" providerId="ADAL" clId="{9A20DFB3-E0AC-4F6D-A3DE-B90EF4A4E71A}" dt="2024-10-22T03:37:28.454" v="486" actId="1076"/>
          <ac:spMkLst>
            <pc:docMk/>
            <pc:sldMk cId="458065585" sldId="301"/>
            <ac:spMk id="6" creationId="{B67C7241-9506-87FF-57D7-61D301C0DB97}"/>
          </ac:spMkLst>
        </pc:spChg>
        <pc:graphicFrameChg chg="add del mod modGraphic">
          <ac:chgData name="Torres, Jared F" userId="90f5a453-193f-44d5-9cf8-1acb9568a36a" providerId="ADAL" clId="{9A20DFB3-E0AC-4F6D-A3DE-B90EF4A4E71A}" dt="2024-10-22T03:36:33.915" v="424" actId="478"/>
          <ac:graphicFrameMkLst>
            <pc:docMk/>
            <pc:sldMk cId="458065585" sldId="301"/>
            <ac:graphicFrameMk id="7" creationId="{B0EB5931-0BAF-A339-B781-F5B42CDAB621}"/>
          </ac:graphicFrameMkLst>
        </pc:graphicFrameChg>
        <pc:graphicFrameChg chg="add mod modGraphic">
          <ac:chgData name="Torres, Jared F" userId="90f5a453-193f-44d5-9cf8-1acb9568a36a" providerId="ADAL" clId="{9A20DFB3-E0AC-4F6D-A3DE-B90EF4A4E71A}" dt="2024-10-22T03:37:30.982" v="488" actId="1076"/>
          <ac:graphicFrameMkLst>
            <pc:docMk/>
            <pc:sldMk cId="458065585" sldId="301"/>
            <ac:graphicFrameMk id="8" creationId="{8EA6A954-08E6-3D9C-62C0-3FDE044882E5}"/>
          </ac:graphicFrameMkLst>
        </pc:graphicFrameChg>
      </pc:sldChg>
      <pc:sldChg chg="addSp modSp new mod">
        <pc:chgData name="Torres, Jared F" userId="90f5a453-193f-44d5-9cf8-1acb9568a36a" providerId="ADAL" clId="{9A20DFB3-E0AC-4F6D-A3DE-B90EF4A4E71A}" dt="2024-10-22T04:06:42.836" v="1117" actId="1076"/>
        <pc:sldMkLst>
          <pc:docMk/>
          <pc:sldMk cId="3838203983" sldId="302"/>
        </pc:sldMkLst>
        <pc:spChg chg="mod">
          <ac:chgData name="Torres, Jared F" userId="90f5a453-193f-44d5-9cf8-1acb9568a36a" providerId="ADAL" clId="{9A20DFB3-E0AC-4F6D-A3DE-B90EF4A4E71A}" dt="2024-10-22T04:03:22.518" v="1098" actId="1076"/>
          <ac:spMkLst>
            <pc:docMk/>
            <pc:sldMk cId="3838203983" sldId="302"/>
            <ac:spMk id="2" creationId="{E8871C6F-0C41-D685-93A4-E96A1CFBB697}"/>
          </ac:spMkLst>
        </pc:spChg>
        <pc:picChg chg="add mod">
          <ac:chgData name="Torres, Jared F" userId="90f5a453-193f-44d5-9cf8-1acb9568a36a" providerId="ADAL" clId="{9A20DFB3-E0AC-4F6D-A3DE-B90EF4A4E71A}" dt="2024-10-22T04:06:32.396" v="1115" actId="1076"/>
          <ac:picMkLst>
            <pc:docMk/>
            <pc:sldMk cId="3838203983" sldId="302"/>
            <ac:picMk id="3" creationId="{EF5DF001-D852-9F69-AE28-C15687F852E3}"/>
          </ac:picMkLst>
        </pc:picChg>
        <pc:picChg chg="add mod">
          <ac:chgData name="Torres, Jared F" userId="90f5a453-193f-44d5-9cf8-1acb9568a36a" providerId="ADAL" clId="{9A20DFB3-E0AC-4F6D-A3DE-B90EF4A4E71A}" dt="2024-10-22T04:06:42.836" v="1117" actId="1076"/>
          <ac:picMkLst>
            <pc:docMk/>
            <pc:sldMk cId="3838203983" sldId="302"/>
            <ac:picMk id="5" creationId="{91199D4E-CCE6-8B64-ED31-BB607881C3DB}"/>
          </ac:picMkLst>
        </pc:picChg>
      </pc:sldChg>
      <pc:sldChg chg="modSp new mod">
        <pc:chgData name="Torres, Jared F" userId="90f5a453-193f-44d5-9cf8-1acb9568a36a" providerId="ADAL" clId="{9A20DFB3-E0AC-4F6D-A3DE-B90EF4A4E71A}" dt="2024-10-22T04:03:49.823" v="1111" actId="20577"/>
        <pc:sldMkLst>
          <pc:docMk/>
          <pc:sldMk cId="1714075115" sldId="303"/>
        </pc:sldMkLst>
        <pc:spChg chg="mod">
          <ac:chgData name="Torres, Jared F" userId="90f5a453-193f-44d5-9cf8-1acb9568a36a" providerId="ADAL" clId="{9A20DFB3-E0AC-4F6D-A3DE-B90EF4A4E71A}" dt="2024-10-22T04:03:49.823" v="1111" actId="20577"/>
          <ac:spMkLst>
            <pc:docMk/>
            <pc:sldMk cId="1714075115" sldId="303"/>
            <ac:spMk id="2" creationId="{B7784626-AF70-4A72-A278-7FAB40CBC3C8}"/>
          </ac:spMkLst>
        </pc:spChg>
      </pc:sldChg>
      <pc:sldChg chg="addSp modSp mod">
        <pc:chgData name="Torres, Jared F" userId="90f5a453-193f-44d5-9cf8-1acb9568a36a" providerId="ADAL" clId="{9A20DFB3-E0AC-4F6D-A3DE-B90EF4A4E71A}" dt="2024-10-22T04:44:23.595" v="1429" actId="1076"/>
        <pc:sldMkLst>
          <pc:docMk/>
          <pc:sldMk cId="3915961670" sldId="304"/>
        </pc:sldMkLst>
        <pc:picChg chg="add mod">
          <ac:chgData name="Torres, Jared F" userId="90f5a453-193f-44d5-9cf8-1acb9568a36a" providerId="ADAL" clId="{9A20DFB3-E0AC-4F6D-A3DE-B90EF4A4E71A}" dt="2024-10-22T04:44:23.595" v="1429" actId="1076"/>
          <ac:picMkLst>
            <pc:docMk/>
            <pc:sldMk cId="3915961670" sldId="304"/>
            <ac:picMk id="5" creationId="{5891CB3A-5744-A61E-3C11-4839F77E0C56}"/>
          </ac:picMkLst>
        </pc:picChg>
      </pc:sldChg>
    </pc:docChg>
  </pc:docChgLst>
  <pc:docChgLst>
    <pc:chgData name="Valdez Campa, Jacquelin" userId="S::jfvalde3@cougarnet.uh.edu::4585ea8e-dc69-4081-bfdb-0ea24b78dfd1" providerId="AD" clId="Web-{89376DE0-22E0-6390-2883-667DCFF5273C}"/>
    <pc:docChg chg="modSld">
      <pc:chgData name="Valdez Campa, Jacquelin" userId="S::jfvalde3@cougarnet.uh.edu::4585ea8e-dc69-4081-bfdb-0ea24b78dfd1" providerId="AD" clId="Web-{89376DE0-22E0-6390-2883-667DCFF5273C}" dt="2024-10-21T16:38:13.751" v="28"/>
      <pc:docMkLst>
        <pc:docMk/>
      </pc:docMkLst>
      <pc:sldChg chg="addSp delSp modSp">
        <pc:chgData name="Valdez Campa, Jacquelin" userId="S::jfvalde3@cougarnet.uh.edu::4585ea8e-dc69-4081-bfdb-0ea24b78dfd1" providerId="AD" clId="Web-{89376DE0-22E0-6390-2883-667DCFF5273C}" dt="2024-10-21T16:37:17.265" v="22"/>
        <pc:sldMkLst>
          <pc:docMk/>
          <pc:sldMk cId="0" sldId="259"/>
        </pc:sldMkLst>
        <pc:spChg chg="add del">
          <ac:chgData name="Valdez Campa, Jacquelin" userId="S::jfvalde3@cougarnet.uh.edu::4585ea8e-dc69-4081-bfdb-0ea24b78dfd1" providerId="AD" clId="Web-{89376DE0-22E0-6390-2883-667DCFF5273C}" dt="2024-10-21T16:36:25.638" v="18"/>
          <ac:spMkLst>
            <pc:docMk/>
            <pc:sldMk cId="0" sldId="259"/>
            <ac:spMk id="2" creationId="{231FEEA3-C1A0-067B-C968-D3B8563C4DB0}"/>
          </ac:spMkLst>
        </pc:spChg>
        <pc:spChg chg="add del">
          <ac:chgData name="Valdez Campa, Jacquelin" userId="S::jfvalde3@cougarnet.uh.edu::4585ea8e-dc69-4081-bfdb-0ea24b78dfd1" providerId="AD" clId="Web-{89376DE0-22E0-6390-2883-667DCFF5273C}" dt="2024-10-21T16:36:33.232" v="20"/>
          <ac:spMkLst>
            <pc:docMk/>
            <pc:sldMk cId="0" sldId="259"/>
            <ac:spMk id="3" creationId="{49321D78-36AB-E608-3C5F-442713180C4E}"/>
          </ac:spMkLst>
        </pc:spChg>
        <pc:spChg chg="mod">
          <ac:chgData name="Valdez Campa, Jacquelin" userId="S::jfvalde3@cougarnet.uh.edu::4585ea8e-dc69-4081-bfdb-0ea24b78dfd1" providerId="AD" clId="Web-{89376DE0-22E0-6390-2883-667DCFF5273C}" dt="2024-10-21T16:35:48.325" v="15" actId="1076"/>
          <ac:spMkLst>
            <pc:docMk/>
            <pc:sldMk cId="0" sldId="259"/>
            <ac:spMk id="4" creationId="{68E48CD8-51C9-121C-C8D9-5F48E044ACC3}"/>
          </ac:spMkLst>
        </pc:spChg>
        <pc:spChg chg="add del">
          <ac:chgData name="Valdez Campa, Jacquelin" userId="S::jfvalde3@cougarnet.uh.edu::4585ea8e-dc69-4081-bfdb-0ea24b78dfd1" providerId="AD" clId="Web-{89376DE0-22E0-6390-2883-667DCFF5273C}" dt="2024-10-21T16:37:17.265" v="22"/>
          <ac:spMkLst>
            <pc:docMk/>
            <pc:sldMk cId="0" sldId="259"/>
            <ac:spMk id="5" creationId="{84D9EFB5-B047-1004-43C9-8830FE1778A1}"/>
          </ac:spMkLst>
        </pc:spChg>
        <pc:spChg chg="mod">
          <ac:chgData name="Valdez Campa, Jacquelin" userId="S::jfvalde3@cougarnet.uh.edu::4585ea8e-dc69-4081-bfdb-0ea24b78dfd1" providerId="AD" clId="Web-{89376DE0-22E0-6390-2883-667DCFF5273C}" dt="2024-10-21T16:35:59.497" v="16" actId="1076"/>
          <ac:spMkLst>
            <pc:docMk/>
            <pc:sldMk cId="0" sldId="259"/>
            <ac:spMk id="1406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89376DE0-22E0-6390-2883-667DCFF5273C}" dt="2024-10-21T16:35:34.246" v="14" actId="14100"/>
          <ac:spMkLst>
            <pc:docMk/>
            <pc:sldMk cId="0" sldId="259"/>
            <ac:spMk id="1407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89376DE0-22E0-6390-2883-667DCFF5273C}" dt="2024-10-21T16:38:13.751" v="28"/>
        <pc:sldMkLst>
          <pc:docMk/>
          <pc:sldMk cId="0" sldId="260"/>
        </pc:sldMkLst>
        <pc:spChg chg="add del">
          <ac:chgData name="Valdez Campa, Jacquelin" userId="S::jfvalde3@cougarnet.uh.edu::4585ea8e-dc69-4081-bfdb-0ea24b78dfd1" providerId="AD" clId="Web-{89376DE0-22E0-6390-2883-667DCFF5273C}" dt="2024-10-21T16:37:29.781" v="24"/>
          <ac:spMkLst>
            <pc:docMk/>
            <pc:sldMk cId="0" sldId="260"/>
            <ac:spMk id="2" creationId="{A95DDEBB-958F-50C3-24F7-A18CA3EEDE13}"/>
          </ac:spMkLst>
        </pc:spChg>
        <pc:spChg chg="add del mod">
          <ac:chgData name="Valdez Campa, Jacquelin" userId="S::jfvalde3@cougarnet.uh.edu::4585ea8e-dc69-4081-bfdb-0ea24b78dfd1" providerId="AD" clId="Web-{89376DE0-22E0-6390-2883-667DCFF5273C}" dt="2024-10-21T16:38:13.751" v="28"/>
          <ac:spMkLst>
            <pc:docMk/>
            <pc:sldMk cId="0" sldId="260"/>
            <ac:spMk id="3" creationId="{4F645C28-E438-47D6-85E6-29C62CB1F8B3}"/>
          </ac:spMkLst>
        </pc:spChg>
      </pc:sldChg>
    </pc:docChg>
  </pc:docChgLst>
  <pc:docChgLst>
    <pc:chgData name="Zavala, Juan" userId="bfb56019-908c-4c48-b78e-6079835119b0" providerId="ADAL" clId="{6A7AD30B-A3E6-034A-9420-EEA644148F9B}"/>
    <pc:docChg chg="undo custSel addSld modSld sldOrd">
      <pc:chgData name="Zavala, Juan" userId="bfb56019-908c-4c48-b78e-6079835119b0" providerId="ADAL" clId="{6A7AD30B-A3E6-034A-9420-EEA644148F9B}" dt="2024-10-22T04:47:28.024" v="701" actId="1076"/>
      <pc:docMkLst>
        <pc:docMk/>
      </pc:docMkLst>
      <pc:sldChg chg="modSp mod">
        <pc:chgData name="Zavala, Juan" userId="bfb56019-908c-4c48-b78e-6079835119b0" providerId="ADAL" clId="{6A7AD30B-A3E6-034A-9420-EEA644148F9B}" dt="2024-10-22T04:45:49.451" v="693" actId="1076"/>
        <pc:sldMkLst>
          <pc:docMk/>
          <pc:sldMk cId="0" sldId="258"/>
        </pc:sldMkLst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3" creationId="{F0FFA262-3D22-04AA-D1F9-D832267908C8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5" creationId="{7A0DC8BB-B336-0633-6813-89DAFACA4742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0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1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2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4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6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7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398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5:49.451" v="693" actId="1076"/>
          <ac:spMkLst>
            <pc:docMk/>
            <pc:sldMk cId="0" sldId="258"/>
            <ac:spMk id="1401" creationId="{00000000-0000-0000-0000-000000000000}"/>
          </ac:spMkLst>
        </pc:spChg>
        <pc:cxnChg chg="mod">
          <ac:chgData name="Zavala, Juan" userId="bfb56019-908c-4c48-b78e-6079835119b0" providerId="ADAL" clId="{6A7AD30B-A3E6-034A-9420-EEA644148F9B}" dt="2024-10-22T04:45:49.451" v="693" actId="1076"/>
          <ac:cxnSpMkLst>
            <pc:docMk/>
            <pc:sldMk cId="0" sldId="258"/>
            <ac:cxnSpMk id="2" creationId="{7DDDC245-6D9D-C17E-10E7-0350EF562446}"/>
          </ac:cxnSpMkLst>
        </pc:cxnChg>
        <pc:cxnChg chg="mod">
          <ac:chgData name="Zavala, Juan" userId="bfb56019-908c-4c48-b78e-6079835119b0" providerId="ADAL" clId="{6A7AD30B-A3E6-034A-9420-EEA644148F9B}" dt="2024-10-22T04:45:49.451" v="693" actId="1076"/>
          <ac:cxnSpMkLst>
            <pc:docMk/>
            <pc:sldMk cId="0" sldId="258"/>
            <ac:cxnSpMk id="4" creationId="{B2BC5144-90AD-876E-ED4F-6BE177D5790E}"/>
          </ac:cxnSpMkLst>
        </pc:cxnChg>
        <pc:cxnChg chg="mod">
          <ac:chgData name="Zavala, Juan" userId="bfb56019-908c-4c48-b78e-6079835119b0" providerId="ADAL" clId="{6A7AD30B-A3E6-034A-9420-EEA644148F9B}" dt="2024-10-22T04:45:49.451" v="693" actId="1076"/>
          <ac:cxnSpMkLst>
            <pc:docMk/>
            <pc:sldMk cId="0" sldId="258"/>
            <ac:cxnSpMk id="6" creationId="{BC15293B-C785-59FB-70A6-D66389CA2F07}"/>
          </ac:cxnSpMkLst>
        </pc:cxnChg>
        <pc:cxnChg chg="mod">
          <ac:chgData name="Zavala, Juan" userId="bfb56019-908c-4c48-b78e-6079835119b0" providerId="ADAL" clId="{6A7AD30B-A3E6-034A-9420-EEA644148F9B}" dt="2024-10-22T04:45:49.451" v="693" actId="1076"/>
          <ac:cxnSpMkLst>
            <pc:docMk/>
            <pc:sldMk cId="0" sldId="258"/>
            <ac:cxnSpMk id="7" creationId="{112890A1-8A05-FF18-B05E-AFD55837107C}"/>
          </ac:cxnSpMkLst>
        </pc:cxnChg>
      </pc:sldChg>
      <pc:sldChg chg="addSp modSp mod">
        <pc:chgData name="Zavala, Juan" userId="bfb56019-908c-4c48-b78e-6079835119b0" providerId="ADAL" clId="{6A7AD30B-A3E6-034A-9420-EEA644148F9B}" dt="2024-10-22T00:27:35.225" v="160" actId="20577"/>
        <pc:sldMkLst>
          <pc:docMk/>
          <pc:sldMk cId="0" sldId="260"/>
        </pc:sldMkLst>
        <pc:spChg chg="mod">
          <ac:chgData name="Zavala, Juan" userId="bfb56019-908c-4c48-b78e-6079835119b0" providerId="ADAL" clId="{6A7AD30B-A3E6-034A-9420-EEA644148F9B}" dt="2024-10-22T00:27:35.225" v="160" actId="20577"/>
          <ac:spMkLst>
            <pc:docMk/>
            <pc:sldMk cId="0" sldId="260"/>
            <ac:spMk id="4" creationId="{D949053B-A65D-9CC6-FF12-58170C4141E9}"/>
          </ac:spMkLst>
        </pc:spChg>
        <pc:spChg chg="add mod">
          <ac:chgData name="Zavala, Juan" userId="bfb56019-908c-4c48-b78e-6079835119b0" providerId="ADAL" clId="{6A7AD30B-A3E6-034A-9420-EEA644148F9B}" dt="2024-10-22T00:26:50.763" v="138" actId="113"/>
          <ac:spMkLst>
            <pc:docMk/>
            <pc:sldMk cId="0" sldId="260"/>
            <ac:spMk id="5" creationId="{914CEE71-E80D-1426-4867-5CB42332B36F}"/>
          </ac:spMkLst>
        </pc:spChg>
        <pc:spChg chg="mod">
          <ac:chgData name="Zavala, Juan" userId="bfb56019-908c-4c48-b78e-6079835119b0" providerId="ADAL" clId="{6A7AD30B-A3E6-034A-9420-EEA644148F9B}" dt="2024-10-22T00:15:02.951" v="1" actId="20577"/>
          <ac:spMkLst>
            <pc:docMk/>
            <pc:sldMk cId="0" sldId="260"/>
            <ac:spMk id="1413" creationId="{00000000-0000-0000-0000-000000000000}"/>
          </ac:spMkLst>
        </pc:spChg>
      </pc:sldChg>
      <pc:sldChg chg="modSp mod">
        <pc:chgData name="Zavala, Juan" userId="bfb56019-908c-4c48-b78e-6079835119b0" providerId="ADAL" clId="{6A7AD30B-A3E6-034A-9420-EEA644148F9B}" dt="2024-10-22T04:37:15.974" v="344" actId="1076"/>
        <pc:sldMkLst>
          <pc:docMk/>
          <pc:sldMk cId="0" sldId="261"/>
        </pc:sldMkLst>
        <pc:spChg chg="mod">
          <ac:chgData name="Zavala, Juan" userId="bfb56019-908c-4c48-b78e-6079835119b0" providerId="ADAL" clId="{6A7AD30B-A3E6-034A-9420-EEA644148F9B}" dt="2024-10-22T04:30:38.422" v="321" actId="1076"/>
          <ac:spMkLst>
            <pc:docMk/>
            <pc:sldMk cId="0" sldId="261"/>
            <ac:spMk id="5" creationId="{69510260-BBBA-D809-4B31-E49E587352F5}"/>
          </ac:spMkLst>
        </pc:spChg>
        <pc:spChg chg="mod">
          <ac:chgData name="Zavala, Juan" userId="bfb56019-908c-4c48-b78e-6079835119b0" providerId="ADAL" clId="{6A7AD30B-A3E6-034A-9420-EEA644148F9B}" dt="2024-10-22T04:37:15.974" v="344" actId="1076"/>
          <ac:spMkLst>
            <pc:docMk/>
            <pc:sldMk cId="0" sldId="261"/>
            <ac:spMk id="9" creationId="{9FF58D03-28FF-BBC2-9175-A72CBE5535DA}"/>
          </ac:spMkLst>
        </pc:spChg>
        <pc:spChg chg="mod">
          <ac:chgData name="Zavala, Juan" userId="bfb56019-908c-4c48-b78e-6079835119b0" providerId="ADAL" clId="{6A7AD30B-A3E6-034A-9420-EEA644148F9B}" dt="2024-10-22T04:37:08.549" v="343" actId="20577"/>
          <ac:spMkLst>
            <pc:docMk/>
            <pc:sldMk cId="0" sldId="261"/>
            <ac:spMk id="13" creationId="{7C18DDC1-C632-9E98-CA3E-8B30D607C7DF}"/>
          </ac:spMkLst>
        </pc:spChg>
        <pc:spChg chg="mod">
          <ac:chgData name="Zavala, Juan" userId="bfb56019-908c-4c48-b78e-6079835119b0" providerId="ADAL" clId="{6A7AD30B-A3E6-034A-9420-EEA644148F9B}" dt="2024-10-22T04:30:38.422" v="321" actId="1076"/>
          <ac:spMkLst>
            <pc:docMk/>
            <pc:sldMk cId="0" sldId="261"/>
            <ac:spMk id="17" creationId="{15EE4CF7-4564-CAFD-A891-6F4544DCC430}"/>
          </ac:spMkLst>
        </pc:spChg>
        <pc:spChg chg="mod">
          <ac:chgData name="Zavala, Juan" userId="bfb56019-908c-4c48-b78e-6079835119b0" providerId="ADAL" clId="{6A7AD30B-A3E6-034A-9420-EEA644148F9B}" dt="2024-10-22T04:32:13.882" v="327" actId="1076"/>
          <ac:spMkLst>
            <pc:docMk/>
            <pc:sldMk cId="0" sldId="261"/>
            <ac:spMk id="1434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32:13.882" v="327" actId="1076"/>
          <ac:spMkLst>
            <pc:docMk/>
            <pc:sldMk cId="0" sldId="261"/>
            <ac:spMk id="1436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30:38.422" v="321" actId="1076"/>
          <ac:spMkLst>
            <pc:docMk/>
            <pc:sldMk cId="0" sldId="261"/>
            <ac:spMk id="1437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30:38.422" v="321" actId="1076"/>
          <ac:spMkLst>
            <pc:docMk/>
            <pc:sldMk cId="0" sldId="261"/>
            <ac:spMk id="1438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30:38.422" v="321" actId="1076"/>
          <ac:spMkLst>
            <pc:docMk/>
            <pc:sldMk cId="0" sldId="261"/>
            <ac:spMk id="1439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32:13.882" v="327" actId="1076"/>
          <ac:spMkLst>
            <pc:docMk/>
            <pc:sldMk cId="0" sldId="261"/>
            <ac:spMk id="1440" creationId="{00000000-0000-0000-0000-000000000000}"/>
          </ac:spMkLst>
        </pc:spChg>
        <pc:grpChg chg="mod">
          <ac:chgData name="Zavala, Juan" userId="bfb56019-908c-4c48-b78e-6079835119b0" providerId="ADAL" clId="{6A7AD30B-A3E6-034A-9420-EEA644148F9B}" dt="2024-10-22T04:30:38.422" v="321" actId="1076"/>
          <ac:grpSpMkLst>
            <pc:docMk/>
            <pc:sldMk cId="0" sldId="261"/>
            <ac:grpSpMk id="1441" creationId="{00000000-0000-0000-0000-000000000000}"/>
          </ac:grpSpMkLst>
        </pc:grpChg>
        <pc:grpChg chg="mod">
          <ac:chgData name="Zavala, Juan" userId="bfb56019-908c-4c48-b78e-6079835119b0" providerId="ADAL" clId="{6A7AD30B-A3E6-034A-9420-EEA644148F9B}" dt="2024-10-22T04:32:13.882" v="327" actId="1076"/>
          <ac:grpSpMkLst>
            <pc:docMk/>
            <pc:sldMk cId="0" sldId="261"/>
            <ac:grpSpMk id="1447" creationId="{00000000-0000-0000-0000-000000000000}"/>
          </ac:grpSpMkLst>
        </pc:grpChg>
      </pc:sldChg>
      <pc:sldChg chg="delSp modSp mod">
        <pc:chgData name="Zavala, Juan" userId="bfb56019-908c-4c48-b78e-6079835119b0" providerId="ADAL" clId="{6A7AD30B-A3E6-034A-9420-EEA644148F9B}" dt="2024-10-22T00:50:46.941" v="173" actId="21"/>
        <pc:sldMkLst>
          <pc:docMk/>
          <pc:sldMk cId="0" sldId="262"/>
        </pc:sldMkLst>
        <pc:spChg chg="mod">
          <ac:chgData name="Zavala, Juan" userId="bfb56019-908c-4c48-b78e-6079835119b0" providerId="ADAL" clId="{6A7AD30B-A3E6-034A-9420-EEA644148F9B}" dt="2024-10-22T00:50:23.525" v="165" actId="20577"/>
          <ac:spMkLst>
            <pc:docMk/>
            <pc:sldMk cId="0" sldId="262"/>
            <ac:spMk id="1460" creationId="{00000000-0000-0000-0000-000000000000}"/>
          </ac:spMkLst>
        </pc:spChg>
        <pc:spChg chg="del mod">
          <ac:chgData name="Zavala, Juan" userId="bfb56019-908c-4c48-b78e-6079835119b0" providerId="ADAL" clId="{6A7AD30B-A3E6-034A-9420-EEA644148F9B}" dt="2024-10-22T00:50:01.160" v="162" actId="21"/>
          <ac:spMkLst>
            <pc:docMk/>
            <pc:sldMk cId="0" sldId="262"/>
            <ac:spMk id="1467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0:50:27.934" v="166" actId="1076"/>
          <ac:spMkLst>
            <pc:docMk/>
            <pc:sldMk cId="0" sldId="262"/>
            <ac:spMk id="1468" creationId="{00000000-0000-0000-0000-000000000000}"/>
          </ac:spMkLst>
        </pc:spChg>
        <pc:spChg chg="del">
          <ac:chgData name="Zavala, Juan" userId="bfb56019-908c-4c48-b78e-6079835119b0" providerId="ADAL" clId="{6A7AD30B-A3E6-034A-9420-EEA644148F9B}" dt="2024-10-22T00:50:34.192" v="168" actId="21"/>
          <ac:spMkLst>
            <pc:docMk/>
            <pc:sldMk cId="0" sldId="262"/>
            <ac:spMk id="1469" creationId="{00000000-0000-0000-0000-000000000000}"/>
          </ac:spMkLst>
        </pc:spChg>
        <pc:spChg chg="del mod">
          <ac:chgData name="Zavala, Juan" userId="bfb56019-908c-4c48-b78e-6079835119b0" providerId="ADAL" clId="{6A7AD30B-A3E6-034A-9420-EEA644148F9B}" dt="2024-10-22T00:50:11.608" v="164" actId="21"/>
          <ac:spMkLst>
            <pc:docMk/>
            <pc:sldMk cId="0" sldId="262"/>
            <ac:spMk id="1470" creationId="{00000000-0000-0000-0000-000000000000}"/>
          </ac:spMkLst>
        </pc:spChg>
        <pc:spChg chg="del">
          <ac:chgData name="Zavala, Juan" userId="bfb56019-908c-4c48-b78e-6079835119b0" providerId="ADAL" clId="{6A7AD30B-A3E6-034A-9420-EEA644148F9B}" dt="2024-10-22T00:50:40.086" v="171" actId="21"/>
          <ac:spMkLst>
            <pc:docMk/>
            <pc:sldMk cId="0" sldId="262"/>
            <ac:spMk id="1472" creationId="{00000000-0000-0000-0000-000000000000}"/>
          </ac:spMkLst>
        </pc:spChg>
        <pc:spChg chg="del topLvl">
          <ac:chgData name="Zavala, Juan" userId="bfb56019-908c-4c48-b78e-6079835119b0" providerId="ADAL" clId="{6A7AD30B-A3E6-034A-9420-EEA644148F9B}" dt="2024-10-22T00:50:46.941" v="173" actId="21"/>
          <ac:spMkLst>
            <pc:docMk/>
            <pc:sldMk cId="0" sldId="262"/>
            <ac:spMk id="1473" creationId="{00000000-0000-0000-0000-000000000000}"/>
          </ac:spMkLst>
        </pc:spChg>
        <pc:spChg chg="del">
          <ac:chgData name="Zavala, Juan" userId="bfb56019-908c-4c48-b78e-6079835119b0" providerId="ADAL" clId="{6A7AD30B-A3E6-034A-9420-EEA644148F9B}" dt="2024-10-22T00:50:32.067" v="167" actId="21"/>
          <ac:spMkLst>
            <pc:docMk/>
            <pc:sldMk cId="0" sldId="262"/>
            <ac:spMk id="1474" creationId="{00000000-0000-0000-0000-000000000000}"/>
          </ac:spMkLst>
        </pc:spChg>
        <pc:spChg chg="del topLvl">
          <ac:chgData name="Zavala, Juan" userId="bfb56019-908c-4c48-b78e-6079835119b0" providerId="ADAL" clId="{6A7AD30B-A3E6-034A-9420-EEA644148F9B}" dt="2024-10-22T00:50:42.974" v="172" actId="21"/>
          <ac:spMkLst>
            <pc:docMk/>
            <pc:sldMk cId="0" sldId="262"/>
            <ac:spMk id="1475" creationId="{00000000-0000-0000-0000-000000000000}"/>
          </ac:spMkLst>
        </pc:spChg>
        <pc:grpChg chg="del">
          <ac:chgData name="Zavala, Juan" userId="bfb56019-908c-4c48-b78e-6079835119b0" providerId="ADAL" clId="{6A7AD30B-A3E6-034A-9420-EEA644148F9B}" dt="2024-10-22T00:50:42.974" v="172" actId="21"/>
          <ac:grpSpMkLst>
            <pc:docMk/>
            <pc:sldMk cId="0" sldId="262"/>
            <ac:grpSpMk id="1471" creationId="{00000000-0000-0000-0000-000000000000}"/>
          </ac:grpSpMkLst>
        </pc:grpChg>
        <pc:grpChg chg="del mod">
          <ac:chgData name="Zavala, Juan" userId="bfb56019-908c-4c48-b78e-6079835119b0" providerId="ADAL" clId="{6A7AD30B-A3E6-034A-9420-EEA644148F9B}" dt="2024-10-22T00:50:36.301" v="170" actId="21"/>
          <ac:grpSpMkLst>
            <pc:docMk/>
            <pc:sldMk cId="0" sldId="262"/>
            <ac:grpSpMk id="1476" creationId="{00000000-0000-0000-0000-000000000000}"/>
          </ac:grpSpMkLst>
        </pc:grpChg>
      </pc:sldChg>
      <pc:sldChg chg="modSp mod">
        <pc:chgData name="Zavala, Juan" userId="bfb56019-908c-4c48-b78e-6079835119b0" providerId="ADAL" clId="{6A7AD30B-A3E6-034A-9420-EEA644148F9B}" dt="2024-10-22T04:46:37.738" v="695" actId="1076"/>
        <pc:sldMkLst>
          <pc:docMk/>
          <pc:sldMk cId="0" sldId="263"/>
        </pc:sldMkLst>
        <pc:spChg chg="mod">
          <ac:chgData name="Zavala, Juan" userId="bfb56019-908c-4c48-b78e-6079835119b0" providerId="ADAL" clId="{6A7AD30B-A3E6-034A-9420-EEA644148F9B}" dt="2024-10-22T01:11:05.685" v="176" actId="20577"/>
          <ac:spMkLst>
            <pc:docMk/>
            <pc:sldMk cId="0" sldId="263"/>
            <ac:spMk id="5" creationId="{9D373D8B-7EBF-B4C2-8406-DC9545BA28A1}"/>
          </ac:spMkLst>
        </pc:spChg>
        <pc:spChg chg="mod">
          <ac:chgData name="Zavala, Juan" userId="bfb56019-908c-4c48-b78e-6079835119b0" providerId="ADAL" clId="{6A7AD30B-A3E6-034A-9420-EEA644148F9B}" dt="2024-10-22T04:46:11.255" v="694" actId="1076"/>
          <ac:spMkLst>
            <pc:docMk/>
            <pc:sldMk cId="0" sldId="263"/>
            <ac:spMk id="6" creationId="{EE9AEE8B-66CE-8459-1064-CA1052995694}"/>
          </ac:spMkLst>
        </pc:spChg>
        <pc:spChg chg="mod">
          <ac:chgData name="Zavala, Juan" userId="bfb56019-908c-4c48-b78e-6079835119b0" providerId="ADAL" clId="{6A7AD30B-A3E6-034A-9420-EEA644148F9B}" dt="2024-10-22T01:19:22.596" v="180" actId="1076"/>
          <ac:spMkLst>
            <pc:docMk/>
            <pc:sldMk cId="0" sldId="263"/>
            <ac:spMk id="1484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6:37.738" v="695" actId="1076"/>
          <ac:spMkLst>
            <pc:docMk/>
            <pc:sldMk cId="0" sldId="263"/>
            <ac:spMk id="1486" creationId="{00000000-0000-0000-0000-000000000000}"/>
          </ac:spMkLst>
        </pc:spChg>
        <pc:spChg chg="mod">
          <ac:chgData name="Zavala, Juan" userId="bfb56019-908c-4c48-b78e-6079835119b0" providerId="ADAL" clId="{6A7AD30B-A3E6-034A-9420-EEA644148F9B}" dt="2024-10-22T04:46:11.255" v="694" actId="1076"/>
          <ac:spMkLst>
            <pc:docMk/>
            <pc:sldMk cId="0" sldId="263"/>
            <ac:spMk id="1489" creationId="{00000000-0000-0000-0000-000000000000}"/>
          </ac:spMkLst>
        </pc:spChg>
      </pc:sldChg>
      <pc:sldChg chg="addSp modSp mod">
        <pc:chgData name="Zavala, Juan" userId="bfb56019-908c-4c48-b78e-6079835119b0" providerId="ADAL" clId="{6A7AD30B-A3E6-034A-9420-EEA644148F9B}" dt="2024-10-22T04:47:28.024" v="701" actId="1076"/>
        <pc:sldMkLst>
          <pc:docMk/>
          <pc:sldMk cId="0" sldId="277"/>
        </pc:sldMkLst>
        <pc:spChg chg="mod">
          <ac:chgData name="Zavala, Juan" userId="bfb56019-908c-4c48-b78e-6079835119b0" providerId="ADAL" clId="{6A7AD30B-A3E6-034A-9420-EEA644148F9B}" dt="2024-10-22T04:47:19.128" v="699" actId="1076"/>
          <ac:spMkLst>
            <pc:docMk/>
            <pc:sldMk cId="0" sldId="277"/>
            <ac:spMk id="2" creationId="{1DFEFCE9-249C-F888-6774-60E59E7D5FD4}"/>
          </ac:spMkLst>
        </pc:spChg>
        <pc:spChg chg="add mod">
          <ac:chgData name="Zavala, Juan" userId="bfb56019-908c-4c48-b78e-6079835119b0" providerId="ADAL" clId="{6A7AD30B-A3E6-034A-9420-EEA644148F9B}" dt="2024-10-22T04:47:19.128" v="699" actId="1076"/>
          <ac:spMkLst>
            <pc:docMk/>
            <pc:sldMk cId="0" sldId="277"/>
            <ac:spMk id="3" creationId="{24E1F3EF-E4DB-1DBA-4CC1-0E27ACF250E7}"/>
          </ac:spMkLst>
        </pc:spChg>
        <pc:spChg chg="mod">
          <ac:chgData name="Zavala, Juan" userId="bfb56019-908c-4c48-b78e-6079835119b0" providerId="ADAL" clId="{6A7AD30B-A3E6-034A-9420-EEA644148F9B}" dt="2024-10-22T04:47:24.516" v="700" actId="403"/>
          <ac:spMkLst>
            <pc:docMk/>
            <pc:sldMk cId="0" sldId="277"/>
            <ac:spMk id="1850" creationId="{00000000-0000-0000-0000-000000000000}"/>
          </ac:spMkLst>
        </pc:spChg>
        <pc:picChg chg="mod">
          <ac:chgData name="Zavala, Juan" userId="bfb56019-908c-4c48-b78e-6079835119b0" providerId="ADAL" clId="{6A7AD30B-A3E6-034A-9420-EEA644148F9B}" dt="2024-10-22T04:47:28.024" v="701" actId="1076"/>
          <ac:picMkLst>
            <pc:docMk/>
            <pc:sldMk cId="0" sldId="277"/>
            <ac:picMk id="9" creationId="{4D7F5A3B-35FC-BCB1-69C2-4A6D76E8B01E}"/>
          </ac:picMkLst>
        </pc:picChg>
      </pc:sldChg>
      <pc:sldChg chg="modSp">
        <pc:chgData name="Zavala, Juan" userId="bfb56019-908c-4c48-b78e-6079835119b0" providerId="ADAL" clId="{6A7AD30B-A3E6-034A-9420-EEA644148F9B}" dt="2024-10-22T04:31:20.039" v="325" actId="1076"/>
        <pc:sldMkLst>
          <pc:docMk/>
          <pc:sldMk cId="945485202" sldId="299"/>
        </pc:sldMkLst>
        <pc:picChg chg="mod">
          <ac:chgData name="Zavala, Juan" userId="bfb56019-908c-4c48-b78e-6079835119b0" providerId="ADAL" clId="{6A7AD30B-A3E6-034A-9420-EEA644148F9B}" dt="2024-10-22T04:31:17.040" v="324" actId="1076"/>
          <ac:picMkLst>
            <pc:docMk/>
            <pc:sldMk cId="945485202" sldId="299"/>
            <ac:picMk id="1030" creationId="{61127B48-190D-EE17-5993-59F95E2B30AE}"/>
          </ac:picMkLst>
        </pc:picChg>
        <pc:picChg chg="mod">
          <ac:chgData name="Zavala, Juan" userId="bfb56019-908c-4c48-b78e-6079835119b0" providerId="ADAL" clId="{6A7AD30B-A3E6-034A-9420-EEA644148F9B}" dt="2024-10-22T04:31:20.039" v="325" actId="1076"/>
          <ac:picMkLst>
            <pc:docMk/>
            <pc:sldMk cId="945485202" sldId="299"/>
            <ac:picMk id="1033" creationId="{7B71F52B-4AB8-2E8A-F467-60ADE9CFF51A}"/>
          </ac:picMkLst>
        </pc:picChg>
      </pc:sldChg>
      <pc:sldChg chg="modSp mod">
        <pc:chgData name="Zavala, Juan" userId="bfb56019-908c-4c48-b78e-6079835119b0" providerId="ADAL" clId="{6A7AD30B-A3E6-034A-9420-EEA644148F9B}" dt="2024-10-22T04:46:54.626" v="698" actId="1076"/>
        <pc:sldMkLst>
          <pc:docMk/>
          <pc:sldMk cId="458065585" sldId="301"/>
        </pc:sldMkLst>
        <pc:graphicFrameChg chg="mod">
          <ac:chgData name="Zavala, Juan" userId="bfb56019-908c-4c48-b78e-6079835119b0" providerId="ADAL" clId="{6A7AD30B-A3E6-034A-9420-EEA644148F9B}" dt="2024-10-22T04:46:54.626" v="698" actId="1076"/>
          <ac:graphicFrameMkLst>
            <pc:docMk/>
            <pc:sldMk cId="458065585" sldId="301"/>
            <ac:graphicFrameMk id="8" creationId="{8EA6A954-08E6-3D9C-62C0-3FDE044882E5}"/>
          </ac:graphicFrameMkLst>
        </pc:graphicFrameChg>
      </pc:sldChg>
      <pc:sldChg chg="modSp new mod ord">
        <pc:chgData name="Zavala, Juan" userId="bfb56019-908c-4c48-b78e-6079835119b0" providerId="ADAL" clId="{6A7AD30B-A3E6-034A-9420-EEA644148F9B}" dt="2024-10-22T04:45:09.641" v="689" actId="1076"/>
        <pc:sldMkLst>
          <pc:docMk/>
          <pc:sldMk cId="3915961670" sldId="304"/>
        </pc:sldMkLst>
        <pc:spChg chg="mod">
          <ac:chgData name="Zavala, Juan" userId="bfb56019-908c-4c48-b78e-6079835119b0" providerId="ADAL" clId="{6A7AD30B-A3E6-034A-9420-EEA644148F9B}" dt="2024-10-22T04:27:31.187" v="224" actId="403"/>
          <ac:spMkLst>
            <pc:docMk/>
            <pc:sldMk cId="3915961670" sldId="304"/>
            <ac:spMk id="2" creationId="{62241362-CCF6-AE07-7DC2-D7032877A707}"/>
          </ac:spMkLst>
        </pc:spChg>
        <pc:spChg chg="mod">
          <ac:chgData name="Zavala, Juan" userId="bfb56019-908c-4c48-b78e-6079835119b0" providerId="ADAL" clId="{6A7AD30B-A3E6-034A-9420-EEA644148F9B}" dt="2024-10-22T04:28:42.305" v="319" actId="404"/>
          <ac:spMkLst>
            <pc:docMk/>
            <pc:sldMk cId="3915961670" sldId="304"/>
            <ac:spMk id="3" creationId="{2E3D8A92-1EA3-6A7E-21D6-B903BC0BAC58}"/>
          </ac:spMkLst>
        </pc:spChg>
        <pc:picChg chg="mod">
          <ac:chgData name="Zavala, Juan" userId="bfb56019-908c-4c48-b78e-6079835119b0" providerId="ADAL" clId="{6A7AD30B-A3E6-034A-9420-EEA644148F9B}" dt="2024-10-22T04:45:09.641" v="689" actId="1076"/>
          <ac:picMkLst>
            <pc:docMk/>
            <pc:sldMk cId="3915961670" sldId="304"/>
            <ac:picMk id="5" creationId="{5891CB3A-5744-A61E-3C11-4839F77E0C56}"/>
          </ac:picMkLst>
        </pc:picChg>
      </pc:sldChg>
    </pc:docChg>
  </pc:docChgLst>
  <pc:docChgLst>
    <pc:chgData name="Torres, Jared F" userId="S::jftorre3@cougarnet.uh.edu::90f5a453-193f-44d5-9cf8-1acb9568a36a" providerId="AD" clId="Web-{CDDFFB12-0125-2754-F6A3-FD65AD76071D}"/>
    <pc:docChg chg="modSld sldOrd">
      <pc:chgData name="Torres, Jared F" userId="S::jftorre3@cougarnet.uh.edu::90f5a453-193f-44d5-9cf8-1acb9568a36a" providerId="AD" clId="Web-{CDDFFB12-0125-2754-F6A3-FD65AD76071D}" dt="2024-10-22T01:21:32.412" v="470"/>
      <pc:docMkLst>
        <pc:docMk/>
      </pc:docMkLst>
      <pc:sldChg chg="modSp">
        <pc:chgData name="Torres, Jared F" userId="S::jftorre3@cougarnet.uh.edu::90f5a453-193f-44d5-9cf8-1acb9568a36a" providerId="AD" clId="Web-{CDDFFB12-0125-2754-F6A3-FD65AD76071D}" dt="2024-10-22T01:14:22.710" v="465" actId="1076"/>
        <pc:sldMkLst>
          <pc:docMk/>
          <pc:sldMk cId="0" sldId="259"/>
        </pc:sldMkLst>
        <pc:spChg chg="mod">
          <ac:chgData name="Torres, Jared F" userId="S::jftorre3@cougarnet.uh.edu::90f5a453-193f-44d5-9cf8-1acb9568a36a" providerId="AD" clId="Web-{CDDFFB12-0125-2754-F6A3-FD65AD76071D}" dt="2024-10-22T01:14:22.710" v="465" actId="1076"/>
          <ac:spMkLst>
            <pc:docMk/>
            <pc:sldMk cId="0" sldId="259"/>
            <ac:spMk id="4" creationId="{68E48CD8-51C9-121C-C8D9-5F48E044ACC3}"/>
          </ac:spMkLst>
        </pc:spChg>
        <pc:spChg chg="mod">
          <ac:chgData name="Torres, Jared F" userId="S::jftorre3@cougarnet.uh.edu::90f5a453-193f-44d5-9cf8-1acb9568a36a" providerId="AD" clId="Web-{CDDFFB12-0125-2754-F6A3-FD65AD76071D}" dt="2024-10-22T01:14:19.836" v="464" actId="14100"/>
          <ac:spMkLst>
            <pc:docMk/>
            <pc:sldMk cId="0" sldId="259"/>
            <ac:spMk id="1407" creationId="{00000000-0000-0000-0000-000000000000}"/>
          </ac:spMkLst>
        </pc:spChg>
      </pc:sldChg>
      <pc:sldChg chg="addSp delSp modSp">
        <pc:chgData name="Torres, Jared F" userId="S::jftorre3@cougarnet.uh.edu::90f5a453-193f-44d5-9cf8-1acb9568a36a" providerId="AD" clId="Web-{CDDFFB12-0125-2754-F6A3-FD65AD76071D}" dt="2024-10-22T01:13:48.398" v="463" actId="1076"/>
        <pc:sldMkLst>
          <pc:docMk/>
          <pc:sldMk cId="0" sldId="260"/>
        </pc:sldMkLst>
        <pc:spChg chg="mod">
          <ac:chgData name="Torres, Jared F" userId="S::jftorre3@cougarnet.uh.edu::90f5a453-193f-44d5-9cf8-1acb9568a36a" providerId="AD" clId="Web-{CDDFFB12-0125-2754-F6A3-FD65AD76071D}" dt="2024-10-22T00:57:40.636" v="331" actId="20577"/>
          <ac:spMkLst>
            <pc:docMk/>
            <pc:sldMk cId="0" sldId="260"/>
            <ac:spMk id="2" creationId="{2B6168A7-60F9-A389-B204-A9392FC58177}"/>
          </ac:spMkLst>
        </pc:spChg>
        <pc:spChg chg="mod">
          <ac:chgData name="Torres, Jared F" userId="S::jftorre3@cougarnet.uh.edu::90f5a453-193f-44d5-9cf8-1acb9568a36a" providerId="AD" clId="Web-{CDDFFB12-0125-2754-F6A3-FD65AD76071D}" dt="2024-10-22T00:47:46.201" v="10" actId="20577"/>
          <ac:spMkLst>
            <pc:docMk/>
            <pc:sldMk cId="0" sldId="260"/>
            <ac:spMk id="4" creationId="{D949053B-A65D-9CC6-FF12-58170C4141E9}"/>
          </ac:spMkLst>
        </pc:spChg>
        <pc:spChg chg="mod">
          <ac:chgData name="Torres, Jared F" userId="S::jftorre3@cougarnet.uh.edu::90f5a453-193f-44d5-9cf8-1acb9568a36a" providerId="AD" clId="Web-{CDDFFB12-0125-2754-F6A3-FD65AD76071D}" dt="2024-10-22T01:02:03.807" v="446" actId="1076"/>
          <ac:spMkLst>
            <pc:docMk/>
            <pc:sldMk cId="0" sldId="260"/>
            <ac:spMk id="5" creationId="{914CEE71-E80D-1426-4867-5CB42332B36F}"/>
          </ac:spMkLst>
        </pc:spChg>
        <pc:spChg chg="mod">
          <ac:chgData name="Torres, Jared F" userId="S::jftorre3@cougarnet.uh.edu::90f5a453-193f-44d5-9cf8-1acb9568a36a" providerId="AD" clId="Web-{CDDFFB12-0125-2754-F6A3-FD65AD76071D}" dt="2024-10-22T01:12:39.148" v="455" actId="14100"/>
          <ac:spMkLst>
            <pc:docMk/>
            <pc:sldMk cId="0" sldId="260"/>
            <ac:spMk id="1413" creationId="{00000000-0000-0000-0000-000000000000}"/>
          </ac:spMkLst>
        </pc:spChg>
        <pc:picChg chg="add del mod">
          <ac:chgData name="Torres, Jared F" userId="S::jftorre3@cougarnet.uh.edu::90f5a453-193f-44d5-9cf8-1acb9568a36a" providerId="AD" clId="Web-{CDDFFB12-0125-2754-F6A3-FD65AD76071D}" dt="2024-10-22T01:13:07.320" v="459"/>
          <ac:picMkLst>
            <pc:docMk/>
            <pc:sldMk cId="0" sldId="260"/>
            <ac:picMk id="3" creationId="{97D9136D-6700-4830-1D50-B6B811030B6A}"/>
          </ac:picMkLst>
        </pc:picChg>
        <pc:picChg chg="add mod">
          <ac:chgData name="Torres, Jared F" userId="S::jftorre3@cougarnet.uh.edu::90f5a453-193f-44d5-9cf8-1acb9568a36a" providerId="AD" clId="Web-{CDDFFB12-0125-2754-F6A3-FD65AD76071D}" dt="2024-10-22T01:13:48.398" v="463" actId="1076"/>
          <ac:picMkLst>
            <pc:docMk/>
            <pc:sldMk cId="0" sldId="260"/>
            <ac:picMk id="6" creationId="{B491CCE6-2A85-719D-F8C1-A148399324ED}"/>
          </ac:picMkLst>
        </pc:picChg>
      </pc:sldChg>
      <pc:sldChg chg="ord">
        <pc:chgData name="Torres, Jared F" userId="S::jftorre3@cougarnet.uh.edu::90f5a453-193f-44d5-9cf8-1acb9568a36a" providerId="AD" clId="Web-{CDDFFB12-0125-2754-F6A3-FD65AD76071D}" dt="2024-10-22T01:16:18.241" v="467"/>
        <pc:sldMkLst>
          <pc:docMk/>
          <pc:sldMk cId="0" sldId="262"/>
        </pc:sldMkLst>
      </pc:sldChg>
      <pc:sldChg chg="ord">
        <pc:chgData name="Torres, Jared F" userId="S::jftorre3@cougarnet.uh.edu::90f5a453-193f-44d5-9cf8-1acb9568a36a" providerId="AD" clId="Web-{CDDFFB12-0125-2754-F6A3-FD65AD76071D}" dt="2024-10-22T01:18:12.538" v="468"/>
        <pc:sldMkLst>
          <pc:docMk/>
          <pc:sldMk cId="0" sldId="263"/>
        </pc:sldMkLst>
      </pc:sldChg>
      <pc:sldChg chg="ord">
        <pc:chgData name="Torres, Jared F" userId="S::jftorre3@cougarnet.uh.edu::90f5a453-193f-44d5-9cf8-1acb9568a36a" providerId="AD" clId="Web-{CDDFFB12-0125-2754-F6A3-FD65AD76071D}" dt="2024-10-22T01:21:32.412" v="470"/>
        <pc:sldMkLst>
          <pc:docMk/>
          <pc:sldMk cId="0" sldId="276"/>
        </pc:sldMkLst>
      </pc:sldChg>
      <pc:sldChg chg="ord">
        <pc:chgData name="Torres, Jared F" userId="S::jftorre3@cougarnet.uh.edu::90f5a453-193f-44d5-9cf8-1acb9568a36a" providerId="AD" clId="Web-{CDDFFB12-0125-2754-F6A3-FD65AD76071D}" dt="2024-10-22T01:18:22.022" v="469"/>
        <pc:sldMkLst>
          <pc:docMk/>
          <pc:sldMk cId="1889031510" sldId="297"/>
        </pc:sldMkLst>
      </pc:sldChg>
    </pc:docChg>
  </pc:docChgLst>
  <pc:docChgLst>
    <pc:chgData name="Torres, Jared F" userId="S::jftorre3@cougarnet.uh.edu::90f5a453-193f-44d5-9cf8-1acb9568a36a" providerId="AD" clId="Web-{ED647B85-6D2A-7CD7-BB1A-03E0F4434EA2}"/>
    <pc:docChg chg="modSld">
      <pc:chgData name="Torres, Jared F" userId="S::jftorre3@cougarnet.uh.edu::90f5a453-193f-44d5-9cf8-1acb9568a36a" providerId="AD" clId="Web-{ED647B85-6D2A-7CD7-BB1A-03E0F4434EA2}" dt="2024-10-21T21:47:37.764" v="20" actId="20577"/>
      <pc:docMkLst>
        <pc:docMk/>
      </pc:docMkLst>
      <pc:sldChg chg="addSp modSp">
        <pc:chgData name="Torres, Jared F" userId="S::jftorre3@cougarnet.uh.edu::90f5a453-193f-44d5-9cf8-1acb9568a36a" providerId="AD" clId="Web-{ED647B85-6D2A-7CD7-BB1A-03E0F4434EA2}" dt="2024-10-21T21:47:37.764" v="20" actId="20577"/>
        <pc:sldMkLst>
          <pc:docMk/>
          <pc:sldMk cId="0" sldId="256"/>
        </pc:sldMkLst>
        <pc:spChg chg="mod">
          <ac:chgData name="Torres, Jared F" userId="S::jftorre3@cougarnet.uh.edu::90f5a453-193f-44d5-9cf8-1acb9568a36a" providerId="AD" clId="Web-{ED647B85-6D2A-7CD7-BB1A-03E0F4434EA2}" dt="2024-10-21T21:44:40.184" v="0" actId="1076"/>
          <ac:spMkLst>
            <pc:docMk/>
            <pc:sldMk cId="0" sldId="256"/>
            <ac:spMk id="1354" creationId="{00000000-0000-0000-0000-000000000000}"/>
          </ac:spMkLst>
        </pc:spChg>
        <pc:spChg chg="mod">
          <ac:chgData name="Torres, Jared F" userId="S::jftorre3@cougarnet.uh.edu::90f5a453-193f-44d5-9cf8-1acb9568a36a" providerId="AD" clId="Web-{ED647B85-6D2A-7CD7-BB1A-03E0F4434EA2}" dt="2024-10-21T21:47:37.764" v="20" actId="20577"/>
          <ac:spMkLst>
            <pc:docMk/>
            <pc:sldMk cId="0" sldId="256"/>
            <ac:spMk id="1355" creationId="{00000000-0000-0000-0000-000000000000}"/>
          </ac:spMkLst>
        </pc:spChg>
        <pc:picChg chg="add mod">
          <ac:chgData name="Torres, Jared F" userId="S::jftorre3@cougarnet.uh.edu::90f5a453-193f-44d5-9cf8-1acb9568a36a" providerId="AD" clId="Web-{ED647B85-6D2A-7CD7-BB1A-03E0F4434EA2}" dt="2024-10-21T21:47:16.155" v="7" actId="1076"/>
          <ac:picMkLst>
            <pc:docMk/>
            <pc:sldMk cId="0" sldId="256"/>
            <ac:picMk id="2" creationId="{BBE7833D-153E-87DF-6949-2A50B4C2FD4F}"/>
          </ac:picMkLst>
        </pc:picChg>
      </pc:sldChg>
    </pc:docChg>
  </pc:docChgLst>
  <pc:docChgLst>
    <pc:chgData name="Valdez Campa, Jacquelin" userId="S::jfvalde3@cougarnet.uh.edu::4585ea8e-dc69-4081-bfdb-0ea24b78dfd1" providerId="AD" clId="Web-{0E86C2D0-4628-E3C6-AF60-3BEDBDB5E476}"/>
    <pc:docChg chg="addSld modSld sldOrd">
      <pc:chgData name="Valdez Campa, Jacquelin" userId="S::jfvalde3@cougarnet.uh.edu::4585ea8e-dc69-4081-bfdb-0ea24b78dfd1" providerId="AD" clId="Web-{0E86C2D0-4628-E3C6-AF60-3BEDBDB5E476}" dt="2024-10-21T16:32:18.852" v="508" actId="1076"/>
      <pc:docMkLst>
        <pc:docMk/>
      </pc:docMkLst>
      <pc:sldChg chg="modSp">
        <pc:chgData name="Valdez Campa, Jacquelin" userId="S::jfvalde3@cougarnet.uh.edu::4585ea8e-dc69-4081-bfdb-0ea24b78dfd1" providerId="AD" clId="Web-{0E86C2D0-4628-E3C6-AF60-3BEDBDB5E476}" dt="2024-10-21T16:10:40.055" v="216" actId="20577"/>
        <pc:sldMkLst>
          <pc:docMk/>
          <pc:sldMk cId="0" sldId="256"/>
        </pc:sldMkLst>
        <pc:spChg chg="mod">
          <ac:chgData name="Valdez Campa, Jacquelin" userId="S::jfvalde3@cougarnet.uh.edu::4585ea8e-dc69-4081-bfdb-0ea24b78dfd1" providerId="AD" clId="Web-{0E86C2D0-4628-E3C6-AF60-3BEDBDB5E476}" dt="2024-10-21T16:10:40.055" v="216" actId="20577"/>
          <ac:spMkLst>
            <pc:docMk/>
            <pc:sldMk cId="0" sldId="256"/>
            <ac:spMk id="1354" creationId="{00000000-0000-0000-0000-000000000000}"/>
          </ac:spMkLst>
        </pc:spChg>
      </pc:sldChg>
      <pc:sldChg chg="modSp ord">
        <pc:chgData name="Valdez Campa, Jacquelin" userId="S::jfvalde3@cougarnet.uh.edu::4585ea8e-dc69-4081-bfdb-0ea24b78dfd1" providerId="AD" clId="Web-{0E86C2D0-4628-E3C6-AF60-3BEDBDB5E476}" dt="2024-10-21T16:29:18.111" v="493"/>
        <pc:sldMkLst>
          <pc:docMk/>
          <pc:sldMk cId="0" sldId="257"/>
        </pc:sldMkLst>
        <pc:spChg chg="mod">
          <ac:chgData name="Valdez Campa, Jacquelin" userId="S::jfvalde3@cougarnet.uh.edu::4585ea8e-dc69-4081-bfdb-0ea24b78dfd1" providerId="AD" clId="Web-{0E86C2D0-4628-E3C6-AF60-3BEDBDB5E476}" dt="2024-10-21T16:28:29" v="492" actId="20577"/>
          <ac:spMkLst>
            <pc:docMk/>
            <pc:sldMk cId="0" sldId="257"/>
            <ac:spMk id="1380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0E86C2D0-4628-E3C6-AF60-3BEDBDB5E476}" dt="2024-10-21T16:11:54.026" v="240" actId="1076"/>
        <pc:sldMkLst>
          <pc:docMk/>
          <pc:sldMk cId="0" sldId="258"/>
        </pc:sldMkLst>
        <pc:spChg chg="mod">
          <ac:chgData name="Valdez Campa, Jacquelin" userId="S::jfvalde3@cougarnet.uh.edu::4585ea8e-dc69-4081-bfdb-0ea24b78dfd1" providerId="AD" clId="Web-{0E86C2D0-4628-E3C6-AF60-3BEDBDB5E476}" dt="2024-10-21T16:11:20.119" v="229" actId="20577"/>
          <ac:spMkLst>
            <pc:docMk/>
            <pc:sldMk cId="0" sldId="258"/>
            <ac:spMk id="1396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1:54.026" v="240" actId="1076"/>
          <ac:spMkLst>
            <pc:docMk/>
            <pc:sldMk cId="0" sldId="258"/>
            <ac:spMk id="1397" creationId="{00000000-0000-0000-0000-000000000000}"/>
          </ac:spMkLst>
        </pc:spChg>
      </pc:sldChg>
      <pc:sldChg chg="modSp ord">
        <pc:chgData name="Valdez Campa, Jacquelin" userId="S::jfvalde3@cougarnet.uh.edu::4585ea8e-dc69-4081-bfdb-0ea24b78dfd1" providerId="AD" clId="Web-{0E86C2D0-4628-E3C6-AF60-3BEDBDB5E476}" dt="2024-10-21T16:13:09.357" v="252" actId="20577"/>
        <pc:sldMkLst>
          <pc:docMk/>
          <pc:sldMk cId="0" sldId="259"/>
        </pc:sldMkLst>
        <pc:spChg chg="mod">
          <ac:chgData name="Valdez Campa, Jacquelin" userId="S::jfvalde3@cougarnet.uh.edu::4585ea8e-dc69-4081-bfdb-0ea24b78dfd1" providerId="AD" clId="Web-{0E86C2D0-4628-E3C6-AF60-3BEDBDB5E476}" dt="2024-10-21T16:07:26.064" v="207" actId="1076"/>
          <ac:spMkLst>
            <pc:docMk/>
            <pc:sldMk cId="0" sldId="259"/>
            <ac:spMk id="4" creationId="{68E48CD8-51C9-121C-C8D9-5F48E044ACC3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07:52.315" v="209" actId="20577"/>
          <ac:spMkLst>
            <pc:docMk/>
            <pc:sldMk cId="0" sldId="259"/>
            <ac:spMk id="1406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3:09.357" v="252" actId="20577"/>
          <ac:spMkLst>
            <pc:docMk/>
            <pc:sldMk cId="0" sldId="259"/>
            <ac:spMk id="1407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0E86C2D0-4628-E3C6-AF60-3BEDBDB5E476}" dt="2024-10-21T16:12:39.841" v="247" actId="20577"/>
        <pc:sldMkLst>
          <pc:docMk/>
          <pc:sldMk cId="0" sldId="260"/>
        </pc:sldMkLst>
        <pc:spChg chg="add del mod">
          <ac:chgData name="Valdez Campa, Jacquelin" userId="S::jfvalde3@cougarnet.uh.edu::4585ea8e-dc69-4081-bfdb-0ea24b78dfd1" providerId="AD" clId="Web-{0E86C2D0-4628-E3C6-AF60-3BEDBDB5E476}" dt="2024-10-21T16:03:27.039" v="153"/>
          <ac:spMkLst>
            <pc:docMk/>
            <pc:sldMk cId="0" sldId="260"/>
            <ac:spMk id="3" creationId="{3A233853-C981-3037-6CD0-BDA758FCEF9F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2:39.841" v="247" actId="20577"/>
          <ac:spMkLst>
            <pc:docMk/>
            <pc:sldMk cId="0" sldId="260"/>
            <ac:spMk id="1413" creationId="{00000000-0000-0000-0000-000000000000}"/>
          </ac:spMkLst>
        </pc:spChg>
        <pc:spChg chg="del mod">
          <ac:chgData name="Valdez Campa, Jacquelin" userId="S::jfvalde3@cougarnet.uh.edu::4585ea8e-dc69-4081-bfdb-0ea24b78dfd1" providerId="AD" clId="Web-{0E86C2D0-4628-E3C6-AF60-3BEDBDB5E476}" dt="2024-10-21T16:03:10.617" v="151"/>
          <ac:spMkLst>
            <pc:docMk/>
            <pc:sldMk cId="0" sldId="260"/>
            <ac:spMk id="1414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0E86C2D0-4628-E3C6-AF60-3BEDBDB5E476}" dt="2024-10-21T16:12:44.450" v="250" actId="20577"/>
        <pc:sldMkLst>
          <pc:docMk/>
          <pc:sldMk cId="0" sldId="261"/>
        </pc:sldMkLst>
        <pc:spChg chg="add del mod">
          <ac:chgData name="Valdez Campa, Jacquelin" userId="S::jfvalde3@cougarnet.uh.edu::4585ea8e-dc69-4081-bfdb-0ea24b78dfd1" providerId="AD" clId="Web-{0E86C2D0-4628-E3C6-AF60-3BEDBDB5E476}" dt="2024-10-21T15:57:22.073" v="71"/>
          <ac:spMkLst>
            <pc:docMk/>
            <pc:sldMk cId="0" sldId="261"/>
            <ac:spMk id="2" creationId="{0C8F39F8-ACD5-90BE-DE84-8BD71143E0C0}"/>
          </ac:spMkLst>
        </pc:spChg>
        <pc:spChg chg="del">
          <ac:chgData name="Valdez Campa, Jacquelin" userId="S::jfvalde3@cougarnet.uh.edu::4585ea8e-dc69-4081-bfdb-0ea24b78dfd1" providerId="AD" clId="Web-{0E86C2D0-4628-E3C6-AF60-3BEDBDB5E476}" dt="2024-10-21T15:56:02.273" v="6"/>
          <ac:spMkLst>
            <pc:docMk/>
            <pc:sldMk cId="0" sldId="261"/>
            <ac:spMk id="3" creationId="{A7497EF1-05F7-F8D6-8F5B-605CC796E7E5}"/>
          </ac:spMkLst>
        </pc:spChg>
        <pc:spChg chg="del mod">
          <ac:chgData name="Valdez Campa, Jacquelin" userId="S::jfvalde3@cougarnet.uh.edu::4585ea8e-dc69-4081-bfdb-0ea24b78dfd1" providerId="AD" clId="Web-{0E86C2D0-4628-E3C6-AF60-3BEDBDB5E476}" dt="2024-10-21T15:55:50.960" v="5"/>
          <ac:spMkLst>
            <pc:docMk/>
            <pc:sldMk cId="0" sldId="261"/>
            <ac:spMk id="5" creationId="{FD60DF1B-F2C6-8A09-2E17-3EDDBAD77987}"/>
          </ac:spMkLst>
        </pc:spChg>
        <pc:spChg chg="add mod">
          <ac:chgData name="Valdez Campa, Jacquelin" userId="S::jfvalde3@cougarnet.uh.edu::4585ea8e-dc69-4081-bfdb-0ea24b78dfd1" providerId="AD" clId="Web-{0E86C2D0-4628-E3C6-AF60-3BEDBDB5E476}" dt="2024-10-21T16:12:44.450" v="250" actId="20577"/>
          <ac:spMkLst>
            <pc:docMk/>
            <pc:sldMk cId="0" sldId="261"/>
            <ac:spMk id="6" creationId="{DF1B0EB2-F2E3-7FA6-5FCB-CE150247828A}"/>
          </ac:spMkLst>
        </pc:spChg>
        <pc:spChg chg="del mod">
          <ac:chgData name="Valdez Campa, Jacquelin" userId="S::jfvalde3@cougarnet.uh.edu::4585ea8e-dc69-4081-bfdb-0ea24b78dfd1" providerId="AD" clId="Web-{0E86C2D0-4628-E3C6-AF60-3BEDBDB5E476}" dt="2024-10-21T15:56:52.416" v="41"/>
          <ac:spMkLst>
            <pc:docMk/>
            <pc:sldMk cId="0" sldId="261"/>
            <ac:spMk id="1435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0E86C2D0-4628-E3C6-AF60-3BEDBDB5E476}" dt="2024-10-21T16:13:19.826" v="254" actId="20577"/>
        <pc:sldMkLst>
          <pc:docMk/>
          <pc:sldMk cId="0" sldId="262"/>
        </pc:sldMkLst>
        <pc:spChg chg="add del">
          <ac:chgData name="Valdez Campa, Jacquelin" userId="S::jfvalde3@cougarnet.uh.edu::4585ea8e-dc69-4081-bfdb-0ea24b78dfd1" providerId="AD" clId="Web-{0E86C2D0-4628-E3C6-AF60-3BEDBDB5E476}" dt="2024-10-21T16:00:17.626" v="86"/>
          <ac:spMkLst>
            <pc:docMk/>
            <pc:sldMk cId="0" sldId="262"/>
            <ac:spMk id="3" creationId="{50DB57D6-77AC-DB78-A4C6-5420C4D080C4}"/>
          </ac:spMkLst>
        </pc:spChg>
        <pc:spChg chg="add del mod">
          <ac:chgData name="Valdez Campa, Jacquelin" userId="S::jfvalde3@cougarnet.uh.edu::4585ea8e-dc69-4081-bfdb-0ea24b78dfd1" providerId="AD" clId="Web-{0E86C2D0-4628-E3C6-AF60-3BEDBDB5E476}" dt="2024-10-21T16:00:10.798" v="85"/>
          <ac:spMkLst>
            <pc:docMk/>
            <pc:sldMk cId="0" sldId="262"/>
            <ac:spMk id="5" creationId="{AD5B0979-3D81-A81A-537D-6AC7CD85B512}"/>
          </ac:spMkLst>
        </pc:spChg>
        <pc:spChg chg="add del mod">
          <ac:chgData name="Valdez Campa, Jacquelin" userId="S::jfvalde3@cougarnet.uh.edu::4585ea8e-dc69-4081-bfdb-0ea24b78dfd1" providerId="AD" clId="Web-{0E86C2D0-4628-E3C6-AF60-3BEDBDB5E476}" dt="2024-10-21T16:00:34.455" v="89"/>
          <ac:spMkLst>
            <pc:docMk/>
            <pc:sldMk cId="0" sldId="262"/>
            <ac:spMk id="6" creationId="{50DB57D6-77AC-DB78-A4C6-5420C4D080C4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3:19.826" v="254" actId="20577"/>
          <ac:spMkLst>
            <pc:docMk/>
            <pc:sldMk cId="0" sldId="262"/>
            <ac:spMk id="1460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0E86C2D0-4628-E3C6-AF60-3BEDBDB5E476}" dt="2024-10-21T16:14:28.766" v="277" actId="20577"/>
        <pc:sldMkLst>
          <pc:docMk/>
          <pc:sldMk cId="0" sldId="263"/>
        </pc:sldMkLst>
        <pc:spChg chg="mod">
          <ac:chgData name="Valdez Campa, Jacquelin" userId="S::jfvalde3@cougarnet.uh.edu::4585ea8e-dc69-4081-bfdb-0ea24b78dfd1" providerId="AD" clId="Web-{0E86C2D0-4628-E3C6-AF60-3BEDBDB5E476}" dt="2024-10-21T16:14:28.766" v="277" actId="20577"/>
          <ac:spMkLst>
            <pc:docMk/>
            <pc:sldMk cId="0" sldId="263"/>
            <ac:spMk id="1485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0E86C2D0-4628-E3C6-AF60-3BEDBDB5E476}" dt="2024-10-21T16:15:14.190" v="285" actId="1076"/>
        <pc:sldMkLst>
          <pc:docMk/>
          <pc:sldMk cId="0" sldId="264"/>
        </pc:sldMkLst>
        <pc:spChg chg="mod">
          <ac:chgData name="Valdez Campa, Jacquelin" userId="S::jfvalde3@cougarnet.uh.edu::4585ea8e-dc69-4081-bfdb-0ea24b78dfd1" providerId="AD" clId="Web-{0E86C2D0-4628-E3C6-AF60-3BEDBDB5E476}" dt="2024-10-21T16:14:56.533" v="282" actId="1076"/>
          <ac:spMkLst>
            <pc:docMk/>
            <pc:sldMk cId="0" sldId="264"/>
            <ac:spMk id="1497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5:10.096" v="284" actId="1076"/>
          <ac:spMkLst>
            <pc:docMk/>
            <pc:sldMk cId="0" sldId="264"/>
            <ac:spMk id="1502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5:07.330" v="283" actId="1076"/>
          <ac:spMkLst>
            <pc:docMk/>
            <pc:sldMk cId="0" sldId="264"/>
            <ac:spMk id="1503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5:14.190" v="285" actId="1076"/>
          <ac:spMkLst>
            <pc:docMk/>
            <pc:sldMk cId="0" sldId="264"/>
            <ac:spMk id="1504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0E86C2D0-4628-E3C6-AF60-3BEDBDB5E476}" dt="2024-10-21T16:18:22.634" v="354" actId="1076"/>
        <pc:sldMkLst>
          <pc:docMk/>
          <pc:sldMk cId="0" sldId="265"/>
        </pc:sldMkLst>
        <pc:spChg chg="add del mod">
          <ac:chgData name="Valdez Campa, Jacquelin" userId="S::jfvalde3@cougarnet.uh.edu::4585ea8e-dc69-4081-bfdb-0ea24b78dfd1" providerId="AD" clId="Web-{0E86C2D0-4628-E3C6-AF60-3BEDBDB5E476}" dt="2024-10-21T16:17:57.477" v="353"/>
          <ac:spMkLst>
            <pc:docMk/>
            <pc:sldMk cId="0" sldId="265"/>
            <ac:spMk id="3" creationId="{52C69CF7-4AEC-991D-92BC-03FFD8C05D0D}"/>
          </ac:spMkLst>
        </pc:spChg>
        <pc:spChg chg="del mod">
          <ac:chgData name="Valdez Campa, Jacquelin" userId="S::jfvalde3@cougarnet.uh.edu::4585ea8e-dc69-4081-bfdb-0ea24b78dfd1" providerId="AD" clId="Web-{0E86C2D0-4628-E3C6-AF60-3BEDBDB5E476}" dt="2024-10-21T16:17:43.680" v="352"/>
          <ac:spMkLst>
            <pc:docMk/>
            <pc:sldMk cId="0" sldId="265"/>
            <ac:spMk id="1514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8:22.634" v="354" actId="1076"/>
          <ac:spMkLst>
            <pc:docMk/>
            <pc:sldMk cId="0" sldId="265"/>
            <ac:spMk id="1515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16:28.114" v="312" actId="20577"/>
          <ac:spMkLst>
            <pc:docMk/>
            <pc:sldMk cId="0" sldId="265"/>
            <ac:spMk id="1527" creationId="{00000000-0000-0000-0000-000000000000}"/>
          </ac:spMkLst>
        </pc:spChg>
        <pc:grpChg chg="del">
          <ac:chgData name="Valdez Campa, Jacquelin" userId="S::jfvalde3@cougarnet.uh.edu::4585ea8e-dc69-4081-bfdb-0ea24b78dfd1" providerId="AD" clId="Web-{0E86C2D0-4628-E3C6-AF60-3BEDBDB5E476}" dt="2024-10-21T16:16:41.068" v="313"/>
          <ac:grpSpMkLst>
            <pc:docMk/>
            <pc:sldMk cId="0" sldId="265"/>
            <ac:grpSpMk id="1516" creationId="{00000000-0000-0000-0000-000000000000}"/>
          </ac:grpSpMkLst>
        </pc:grpChg>
      </pc:sldChg>
      <pc:sldChg chg="modSp ord">
        <pc:chgData name="Valdez Campa, Jacquelin" userId="S::jfvalde3@cougarnet.uh.edu::4585ea8e-dc69-4081-bfdb-0ea24b78dfd1" providerId="AD" clId="Web-{0E86C2D0-4628-E3C6-AF60-3BEDBDB5E476}" dt="2024-10-21T16:30:41.848" v="497"/>
        <pc:sldMkLst>
          <pc:docMk/>
          <pc:sldMk cId="0" sldId="271"/>
        </pc:sldMkLst>
        <pc:spChg chg="mod">
          <ac:chgData name="Valdez Campa, Jacquelin" userId="S::jfvalde3@cougarnet.uh.edu::4585ea8e-dc69-4081-bfdb-0ea24b78dfd1" providerId="AD" clId="Web-{0E86C2D0-4628-E3C6-AF60-3BEDBDB5E476}" dt="2024-10-21T16:27:55.170" v="480" actId="20577"/>
          <ac:spMkLst>
            <pc:docMk/>
            <pc:sldMk cId="0" sldId="271"/>
            <ac:spMk id="1655" creationId="{00000000-0000-0000-0000-000000000000}"/>
          </ac:spMkLst>
        </pc:spChg>
      </pc:sldChg>
      <pc:sldChg chg="addSp delSp modSp ord">
        <pc:chgData name="Valdez Campa, Jacquelin" userId="S::jfvalde3@cougarnet.uh.edu::4585ea8e-dc69-4081-bfdb-0ea24b78dfd1" providerId="AD" clId="Web-{0E86C2D0-4628-E3C6-AF60-3BEDBDB5E476}" dt="2024-10-21T16:31:15.834" v="498"/>
        <pc:sldMkLst>
          <pc:docMk/>
          <pc:sldMk cId="0" sldId="275"/>
        </pc:sldMkLst>
        <pc:spChg chg="add mod">
          <ac:chgData name="Valdez Campa, Jacquelin" userId="S::jfvalde3@cougarnet.uh.edu::4585ea8e-dc69-4081-bfdb-0ea24b78dfd1" providerId="AD" clId="Web-{0E86C2D0-4628-E3C6-AF60-3BEDBDB5E476}" dt="2024-10-21T16:22:58.394" v="398" actId="1076"/>
          <ac:spMkLst>
            <pc:docMk/>
            <pc:sldMk cId="0" sldId="275"/>
            <ac:spMk id="3" creationId="{78E6D6F5-9CF0-60B3-C38F-59A7AE91BCC3}"/>
          </ac:spMkLst>
        </pc:spChg>
        <pc:spChg chg="add del mod">
          <ac:chgData name="Valdez Campa, Jacquelin" userId="S::jfvalde3@cougarnet.uh.edu::4585ea8e-dc69-4081-bfdb-0ea24b78dfd1" providerId="AD" clId="Web-{0E86C2D0-4628-E3C6-AF60-3BEDBDB5E476}" dt="2024-10-21T16:21:50.564" v="385"/>
          <ac:spMkLst>
            <pc:docMk/>
            <pc:sldMk cId="0" sldId="275"/>
            <ac:spMk id="4" creationId="{8CA9DA34-F66E-7D9A-DFBA-EA87D5832722}"/>
          </ac:spMkLst>
        </pc:spChg>
        <pc:spChg chg="del mod">
          <ac:chgData name="Valdez Campa, Jacquelin" userId="S::jfvalde3@cougarnet.uh.edu::4585ea8e-dc69-4081-bfdb-0ea24b78dfd1" providerId="AD" clId="Web-{0E86C2D0-4628-E3C6-AF60-3BEDBDB5E476}" dt="2024-10-21T16:20:53.140" v="358"/>
          <ac:spMkLst>
            <pc:docMk/>
            <pc:sldMk cId="0" sldId="275"/>
            <ac:spMk id="1738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0E86C2D0-4628-E3C6-AF60-3BEDBDB5E476}" dt="2024-10-21T16:31:15.834" v="498"/>
          <ac:spMkLst>
            <pc:docMk/>
            <pc:sldMk cId="0" sldId="275"/>
            <ac:spMk id="1740" creationId="{00000000-0000-0000-0000-000000000000}"/>
          </ac:spMkLst>
        </pc:spChg>
      </pc:sldChg>
      <pc:sldChg chg="modSp ord">
        <pc:chgData name="Valdez Campa, Jacquelin" userId="S::jfvalde3@cougarnet.uh.edu::4585ea8e-dc69-4081-bfdb-0ea24b78dfd1" providerId="AD" clId="Web-{0E86C2D0-4628-E3C6-AF60-3BEDBDB5E476}" dt="2024-10-21T16:26:39.933" v="458"/>
        <pc:sldMkLst>
          <pc:docMk/>
          <pc:sldMk cId="0" sldId="276"/>
        </pc:sldMkLst>
        <pc:spChg chg="mod">
          <ac:chgData name="Valdez Campa, Jacquelin" userId="S::jfvalde3@cougarnet.uh.edu::4585ea8e-dc69-4081-bfdb-0ea24b78dfd1" providerId="AD" clId="Web-{0E86C2D0-4628-E3C6-AF60-3BEDBDB5E476}" dt="2024-10-21T16:26:26.527" v="456" actId="14100"/>
          <ac:spMkLst>
            <pc:docMk/>
            <pc:sldMk cId="0" sldId="276"/>
            <ac:spMk id="1759" creationId="{00000000-0000-0000-0000-000000000000}"/>
          </ac:spMkLst>
        </pc:spChg>
      </pc:sldChg>
      <pc:sldChg chg="addSp delSp modSp ord">
        <pc:chgData name="Valdez Campa, Jacquelin" userId="S::jfvalde3@cougarnet.uh.edu::4585ea8e-dc69-4081-bfdb-0ea24b78dfd1" providerId="AD" clId="Web-{0E86C2D0-4628-E3C6-AF60-3BEDBDB5E476}" dt="2024-10-21T16:24:52.508" v="428"/>
        <pc:sldMkLst>
          <pc:docMk/>
          <pc:sldMk cId="0" sldId="277"/>
        </pc:sldMkLst>
        <pc:spChg chg="add mod">
          <ac:chgData name="Valdez Campa, Jacquelin" userId="S::jfvalde3@cougarnet.uh.edu::4585ea8e-dc69-4081-bfdb-0ea24b78dfd1" providerId="AD" clId="Web-{0E86C2D0-4628-E3C6-AF60-3BEDBDB5E476}" dt="2024-10-21T16:24:31.210" v="426"/>
          <ac:spMkLst>
            <pc:docMk/>
            <pc:sldMk cId="0" sldId="277"/>
            <ac:spMk id="3" creationId="{54A40414-74EA-DBC2-54BF-D86E98368A76}"/>
          </ac:spMkLst>
        </pc:spChg>
        <pc:spChg chg="mod">
          <ac:chgData name="Valdez Campa, Jacquelin" userId="S::jfvalde3@cougarnet.uh.edu::4585ea8e-dc69-4081-bfdb-0ea24b78dfd1" providerId="AD" clId="Web-{0E86C2D0-4628-E3C6-AF60-3BEDBDB5E476}" dt="2024-10-21T16:24:10.928" v="424" actId="20577"/>
          <ac:spMkLst>
            <pc:docMk/>
            <pc:sldMk cId="0" sldId="277"/>
            <ac:spMk id="1850" creationId="{00000000-0000-0000-0000-000000000000}"/>
          </ac:spMkLst>
        </pc:spChg>
        <pc:spChg chg="del mod">
          <ac:chgData name="Valdez Campa, Jacquelin" userId="S::jfvalde3@cougarnet.uh.edu::4585ea8e-dc69-4081-bfdb-0ea24b78dfd1" providerId="AD" clId="Web-{0E86C2D0-4628-E3C6-AF60-3BEDBDB5E476}" dt="2024-10-21T16:24:31.210" v="426"/>
          <ac:spMkLst>
            <pc:docMk/>
            <pc:sldMk cId="0" sldId="277"/>
            <ac:spMk id="1851" creationId="{00000000-0000-0000-0000-000000000000}"/>
          </ac:spMkLst>
        </pc:spChg>
      </pc:sldChg>
      <pc:sldChg chg="modSp add ord replId">
        <pc:chgData name="Valdez Campa, Jacquelin" userId="S::jfvalde3@cougarnet.uh.edu::4585ea8e-dc69-4081-bfdb-0ea24b78dfd1" providerId="AD" clId="Web-{0E86C2D0-4628-E3C6-AF60-3BEDBDB5E476}" dt="2024-10-21T16:32:18.852" v="508" actId="1076"/>
        <pc:sldMkLst>
          <pc:docMk/>
          <pc:sldMk cId="2900049857" sldId="296"/>
        </pc:sldMkLst>
        <pc:spChg chg="mod">
          <ac:chgData name="Valdez Campa, Jacquelin" userId="S::jfvalde3@cougarnet.uh.edu::4585ea8e-dc69-4081-bfdb-0ea24b78dfd1" providerId="AD" clId="Web-{0E86C2D0-4628-E3C6-AF60-3BEDBDB5E476}" dt="2024-10-21T16:32:18.852" v="508" actId="1076"/>
          <ac:spMkLst>
            <pc:docMk/>
            <pc:sldMk cId="2900049857" sldId="296"/>
            <ac:spMk id="1413" creationId="{00000000-0000-0000-0000-000000000000}"/>
          </ac:spMkLst>
        </pc:spChg>
        <pc:grpChg chg="mod">
          <ac:chgData name="Valdez Campa, Jacquelin" userId="S::jfvalde3@cougarnet.uh.edu::4585ea8e-dc69-4081-bfdb-0ea24b78dfd1" providerId="AD" clId="Web-{0E86C2D0-4628-E3C6-AF60-3BEDBDB5E476}" dt="2024-10-21T16:32:01.320" v="502" actId="1076"/>
          <ac:grpSpMkLst>
            <pc:docMk/>
            <pc:sldMk cId="2900049857" sldId="296"/>
            <ac:grpSpMk id="1415" creationId="{00000000-0000-0000-0000-000000000000}"/>
          </ac:grpSpMkLst>
        </pc:grpChg>
      </pc:sldChg>
    </pc:docChg>
  </pc:docChgLst>
  <pc:docChgLst>
    <pc:chgData name="Hizam, Ayoub" userId="S::ahizam@cougarnet.uh.edu::eebc4756-b731-4b2d-9d25-ac459f8e509d" providerId="AD" clId="Web-{703B3D81-3D23-52EE-BA7E-412FB65A5CF3}"/>
    <pc:docChg chg="addSld modSld">
      <pc:chgData name="Hizam, Ayoub" userId="S::ahizam@cougarnet.uh.edu::eebc4756-b731-4b2d-9d25-ac459f8e509d" providerId="AD" clId="Web-{703B3D81-3D23-52EE-BA7E-412FB65A5CF3}" dt="2024-10-22T04:47:47.727" v="50" actId="14100"/>
      <pc:docMkLst>
        <pc:docMk/>
      </pc:docMkLst>
      <pc:sldChg chg="modSp">
        <pc:chgData name="Hizam, Ayoub" userId="S::ahizam@cougarnet.uh.edu::eebc4756-b731-4b2d-9d25-ac459f8e509d" providerId="AD" clId="Web-{703B3D81-3D23-52EE-BA7E-412FB65A5CF3}" dt="2024-10-22T04:45:38.706" v="49" actId="14100"/>
        <pc:sldMkLst>
          <pc:docMk/>
          <pc:sldMk cId="0" sldId="261"/>
        </pc:sldMkLst>
        <pc:spChg chg="mod">
          <ac:chgData name="Hizam, Ayoub" userId="S::ahizam@cougarnet.uh.edu::eebc4756-b731-4b2d-9d25-ac459f8e509d" providerId="AD" clId="Web-{703B3D81-3D23-52EE-BA7E-412FB65A5CF3}" dt="2024-10-22T04:45:38.706" v="49" actId="14100"/>
          <ac:spMkLst>
            <pc:docMk/>
            <pc:sldMk cId="0" sldId="261"/>
            <ac:spMk id="1439" creationId="{00000000-0000-0000-0000-000000000000}"/>
          </ac:spMkLst>
        </pc:spChg>
      </pc:sldChg>
      <pc:sldChg chg="delSp modSp">
        <pc:chgData name="Hizam, Ayoub" userId="S::ahizam@cougarnet.uh.edu::eebc4756-b731-4b2d-9d25-ac459f8e509d" providerId="AD" clId="Web-{703B3D81-3D23-52EE-BA7E-412FB65A5CF3}" dt="2024-10-22T04:45:25.643" v="47" actId="1076"/>
        <pc:sldMkLst>
          <pc:docMk/>
          <pc:sldMk cId="0" sldId="264"/>
        </pc:sldMkLst>
        <pc:spChg chg="del">
          <ac:chgData name="Hizam, Ayoub" userId="S::ahizam@cougarnet.uh.edu::eebc4756-b731-4b2d-9d25-ac459f8e509d" providerId="AD" clId="Web-{703B3D81-3D23-52EE-BA7E-412FB65A5CF3}" dt="2024-10-22T04:45:23.236" v="46"/>
          <ac:spMkLst>
            <pc:docMk/>
            <pc:sldMk cId="0" sldId="264"/>
            <ac:spMk id="8" creationId="{334F0E73-AF9D-D5D6-2208-FCBD943265EA}"/>
          </ac:spMkLst>
        </pc:spChg>
        <pc:picChg chg="mod">
          <ac:chgData name="Hizam, Ayoub" userId="S::ahizam@cougarnet.uh.edu::eebc4756-b731-4b2d-9d25-ac459f8e509d" providerId="AD" clId="Web-{703B3D81-3D23-52EE-BA7E-412FB65A5CF3}" dt="2024-10-22T04:45:25.643" v="47" actId="1076"/>
          <ac:picMkLst>
            <pc:docMk/>
            <pc:sldMk cId="0" sldId="264"/>
            <ac:picMk id="2" creationId="{EE83E8F6-C404-C15C-5898-33758D607AED}"/>
          </ac:picMkLst>
        </pc:picChg>
      </pc:sldChg>
      <pc:sldChg chg="modSp">
        <pc:chgData name="Hizam, Ayoub" userId="S::ahizam@cougarnet.uh.edu::eebc4756-b731-4b2d-9d25-ac459f8e509d" providerId="AD" clId="Web-{703B3D81-3D23-52EE-BA7E-412FB65A5CF3}" dt="2024-10-22T04:47:47.727" v="50" actId="14100"/>
        <pc:sldMkLst>
          <pc:docMk/>
          <pc:sldMk cId="1889031510" sldId="297"/>
        </pc:sldMkLst>
        <pc:picChg chg="mod">
          <ac:chgData name="Hizam, Ayoub" userId="S::ahizam@cougarnet.uh.edu::eebc4756-b731-4b2d-9d25-ac459f8e509d" providerId="AD" clId="Web-{703B3D81-3D23-52EE-BA7E-412FB65A5CF3}" dt="2024-10-22T04:47:47.727" v="50" actId="14100"/>
          <ac:picMkLst>
            <pc:docMk/>
            <pc:sldMk cId="1889031510" sldId="297"/>
            <ac:picMk id="10" creationId="{E61C46E8-1D9B-EDBE-BA24-C28EAD5EAC54}"/>
          </ac:picMkLst>
        </pc:picChg>
      </pc:sldChg>
      <pc:sldChg chg="addSp delSp modSp new">
        <pc:chgData name="Hizam, Ayoub" userId="S::ahizam@cougarnet.uh.edu::eebc4756-b731-4b2d-9d25-ac459f8e509d" providerId="AD" clId="Web-{703B3D81-3D23-52EE-BA7E-412FB65A5CF3}" dt="2024-10-22T03:28:33.502" v="12" actId="1076"/>
        <pc:sldMkLst>
          <pc:docMk/>
          <pc:sldMk cId="3724908738" sldId="300"/>
        </pc:sldMkLst>
        <pc:spChg chg="mod">
          <ac:chgData name="Hizam, Ayoub" userId="S::ahizam@cougarnet.uh.edu::eebc4756-b731-4b2d-9d25-ac459f8e509d" providerId="AD" clId="Web-{703B3D81-3D23-52EE-BA7E-412FB65A5CF3}" dt="2024-10-22T03:22:12.143" v="3" actId="20577"/>
          <ac:spMkLst>
            <pc:docMk/>
            <pc:sldMk cId="3724908738" sldId="300"/>
            <ac:spMk id="2" creationId="{ECAF329E-9F69-5FB7-EB9E-E21EE21A8146}"/>
          </ac:spMkLst>
        </pc:spChg>
        <pc:spChg chg="del">
          <ac:chgData name="Hizam, Ayoub" userId="S::ahizam@cougarnet.uh.edu::eebc4756-b731-4b2d-9d25-ac459f8e509d" providerId="AD" clId="Web-{703B3D81-3D23-52EE-BA7E-412FB65A5CF3}" dt="2024-10-22T03:22:15.455" v="4"/>
          <ac:spMkLst>
            <pc:docMk/>
            <pc:sldMk cId="3724908738" sldId="300"/>
            <ac:spMk id="3" creationId="{DEC9FC02-71C5-7617-A710-72556693023B}"/>
          </ac:spMkLst>
        </pc:spChg>
        <pc:picChg chg="add del mod">
          <ac:chgData name="Hizam, Ayoub" userId="S::ahizam@cougarnet.uh.edu::eebc4756-b731-4b2d-9d25-ac459f8e509d" providerId="AD" clId="Web-{703B3D81-3D23-52EE-BA7E-412FB65A5CF3}" dt="2024-10-22T03:28:30.736" v="11"/>
          <ac:picMkLst>
            <pc:docMk/>
            <pc:sldMk cId="3724908738" sldId="300"/>
            <ac:picMk id="4" creationId="{5B2830C0-1350-C501-8768-C5F00D40862A}"/>
          </ac:picMkLst>
        </pc:picChg>
        <pc:picChg chg="add mod">
          <ac:chgData name="Hizam, Ayoub" userId="S::ahizam@cougarnet.uh.edu::eebc4756-b731-4b2d-9d25-ac459f8e509d" providerId="AD" clId="Web-{703B3D81-3D23-52EE-BA7E-412FB65A5CF3}" dt="2024-10-22T03:28:33.502" v="12" actId="1076"/>
          <ac:picMkLst>
            <pc:docMk/>
            <pc:sldMk cId="3724908738" sldId="300"/>
            <ac:picMk id="5" creationId="{48F79DDD-5626-FD63-5168-73057233C93E}"/>
          </ac:picMkLst>
        </pc:picChg>
      </pc:sldChg>
      <pc:sldChg chg="addSp delSp modSp">
        <pc:chgData name="Hizam, Ayoub" userId="S::ahizam@cougarnet.uh.edu::eebc4756-b731-4b2d-9d25-ac459f8e509d" providerId="AD" clId="Web-{703B3D81-3D23-52EE-BA7E-412FB65A5CF3}" dt="2024-10-22T04:42:49.746" v="44" actId="1076"/>
        <pc:sldMkLst>
          <pc:docMk/>
          <pc:sldMk cId="3838203983" sldId="302"/>
        </pc:sldMkLst>
        <pc:picChg chg="del">
          <ac:chgData name="Hizam, Ayoub" userId="S::ahizam@cougarnet.uh.edu::eebc4756-b731-4b2d-9d25-ac459f8e509d" providerId="AD" clId="Web-{703B3D81-3D23-52EE-BA7E-412FB65A5CF3}" dt="2024-10-22T04:29:35.229" v="23"/>
          <ac:picMkLst>
            <pc:docMk/>
            <pc:sldMk cId="3838203983" sldId="302"/>
            <ac:picMk id="3" creationId="{EF5DF001-D852-9F69-AE28-C15687F852E3}"/>
          </ac:picMkLst>
        </pc:picChg>
        <pc:picChg chg="add del mod">
          <ac:chgData name="Hizam, Ayoub" userId="S::ahizam@cougarnet.uh.edu::eebc4756-b731-4b2d-9d25-ac459f8e509d" providerId="AD" clId="Web-{703B3D81-3D23-52EE-BA7E-412FB65A5CF3}" dt="2024-10-22T04:29:27.260" v="19"/>
          <ac:picMkLst>
            <pc:docMk/>
            <pc:sldMk cId="3838203983" sldId="302"/>
            <ac:picMk id="4" creationId="{279FA625-7F45-A059-A370-1D381EEB7804}"/>
          </ac:picMkLst>
        </pc:picChg>
        <pc:picChg chg="del mod">
          <ac:chgData name="Hizam, Ayoub" userId="S::ahizam@cougarnet.uh.edu::eebc4756-b731-4b2d-9d25-ac459f8e509d" providerId="AD" clId="Web-{703B3D81-3D23-52EE-BA7E-412FB65A5CF3}" dt="2024-10-22T04:32:30.596" v="24"/>
          <ac:picMkLst>
            <pc:docMk/>
            <pc:sldMk cId="3838203983" sldId="302"/>
            <ac:picMk id="5" creationId="{91199D4E-CCE6-8B64-ED31-BB607881C3DB}"/>
          </ac:picMkLst>
        </pc:picChg>
        <pc:picChg chg="add del mod">
          <ac:chgData name="Hizam, Ayoub" userId="S::ahizam@cougarnet.uh.edu::eebc4756-b731-4b2d-9d25-ac459f8e509d" providerId="AD" clId="Web-{703B3D81-3D23-52EE-BA7E-412FB65A5CF3}" dt="2024-10-22T04:33:51.349" v="28"/>
          <ac:picMkLst>
            <pc:docMk/>
            <pc:sldMk cId="3838203983" sldId="302"/>
            <ac:picMk id="6" creationId="{B0F40868-8B67-3A48-2A36-D0B5AB16C704}"/>
          </ac:picMkLst>
        </pc:picChg>
        <pc:picChg chg="add del mod">
          <ac:chgData name="Hizam, Ayoub" userId="S::ahizam@cougarnet.uh.edu::eebc4756-b731-4b2d-9d25-ac459f8e509d" providerId="AD" clId="Web-{703B3D81-3D23-52EE-BA7E-412FB65A5CF3}" dt="2024-10-22T04:41:57.587" v="34"/>
          <ac:picMkLst>
            <pc:docMk/>
            <pc:sldMk cId="3838203983" sldId="302"/>
            <ac:picMk id="7" creationId="{F8C0318A-E93D-75E2-A033-F313A928B788}"/>
          </ac:picMkLst>
        </pc:picChg>
        <pc:picChg chg="add del mod">
          <ac:chgData name="Hizam, Ayoub" userId="S::ahizam@cougarnet.uh.edu::eebc4756-b731-4b2d-9d25-ac459f8e509d" providerId="AD" clId="Web-{703B3D81-3D23-52EE-BA7E-412FB65A5CF3}" dt="2024-10-22T04:41:58.900" v="35"/>
          <ac:picMkLst>
            <pc:docMk/>
            <pc:sldMk cId="3838203983" sldId="302"/>
            <ac:picMk id="8" creationId="{6ECEE4AA-A3A4-1A9C-E96A-6CE0BECBC127}"/>
          </ac:picMkLst>
        </pc:picChg>
        <pc:picChg chg="add mod">
          <ac:chgData name="Hizam, Ayoub" userId="S::ahizam@cougarnet.uh.edu::eebc4756-b731-4b2d-9d25-ac459f8e509d" providerId="AD" clId="Web-{703B3D81-3D23-52EE-BA7E-412FB65A5CF3}" dt="2024-10-22T04:42:38.730" v="43" actId="1076"/>
          <ac:picMkLst>
            <pc:docMk/>
            <pc:sldMk cId="3838203983" sldId="302"/>
            <ac:picMk id="9" creationId="{24343250-5603-06D6-3F54-442CF3DEFF01}"/>
          </ac:picMkLst>
        </pc:picChg>
        <pc:picChg chg="add mod">
          <ac:chgData name="Hizam, Ayoub" userId="S::ahizam@cougarnet.uh.edu::eebc4756-b731-4b2d-9d25-ac459f8e509d" providerId="AD" clId="Web-{703B3D81-3D23-52EE-BA7E-412FB65A5CF3}" dt="2024-10-22T04:42:49.746" v="44" actId="1076"/>
          <ac:picMkLst>
            <pc:docMk/>
            <pc:sldMk cId="3838203983" sldId="302"/>
            <ac:picMk id="10" creationId="{C4ECA80D-6C23-0A9B-D1DD-ABF7435F34A0}"/>
          </ac:picMkLst>
        </pc:picChg>
      </pc:sldChg>
    </pc:docChg>
  </pc:docChgLst>
  <pc:docChgLst>
    <pc:chgData name="Valdez Campa, Jacquelin" userId="S::jfvalde3@cougarnet.uh.edu::4585ea8e-dc69-4081-bfdb-0ea24b78dfd1" providerId="AD" clId="Web-{FE98A810-4F0E-0F91-94B5-13FEE0D93913}"/>
    <pc:docChg chg="addSld delSld modSld sldOrd">
      <pc:chgData name="Valdez Campa, Jacquelin" userId="S::jfvalde3@cougarnet.uh.edu::4585ea8e-dc69-4081-bfdb-0ea24b78dfd1" providerId="AD" clId="Web-{FE98A810-4F0E-0F91-94B5-13FEE0D93913}" dt="2024-10-22T03:27:55.084" v="641"/>
      <pc:docMkLst>
        <pc:docMk/>
      </pc:docMkLst>
      <pc:sldChg chg="del">
        <pc:chgData name="Valdez Campa, Jacquelin" userId="S::jfvalde3@cougarnet.uh.edu::4585ea8e-dc69-4081-bfdb-0ea24b78dfd1" providerId="AD" clId="Web-{FE98A810-4F0E-0F91-94B5-13FEE0D93913}" dt="2024-10-22T03:18:45.842" v="633"/>
        <pc:sldMkLst>
          <pc:docMk/>
          <pc:sldMk cId="0" sldId="256"/>
        </pc:sldMkLst>
      </pc:sldChg>
      <pc:sldChg chg="addSp delSp modSp addAnim delAnim">
        <pc:chgData name="Valdez Campa, Jacquelin" userId="S::jfvalde3@cougarnet.uh.edu::4585ea8e-dc69-4081-bfdb-0ea24b78dfd1" providerId="AD" clId="Web-{FE98A810-4F0E-0F91-94B5-13FEE0D93913}" dt="2024-10-22T03:18:21.044" v="632" actId="1076"/>
        <pc:sldMkLst>
          <pc:docMk/>
          <pc:sldMk cId="0" sldId="258"/>
        </pc:sldMkLst>
        <pc:spChg chg="add del mod">
          <ac:chgData name="Valdez Campa, Jacquelin" userId="S::jfvalde3@cougarnet.uh.edu::4585ea8e-dc69-4081-bfdb-0ea24b78dfd1" providerId="AD" clId="Web-{FE98A810-4F0E-0F91-94B5-13FEE0D93913}" dt="2024-10-22T03:16:17.273" v="618"/>
          <ac:spMkLst>
            <pc:docMk/>
            <pc:sldMk cId="0" sldId="258"/>
            <ac:spMk id="3" creationId="{87371AF0-F46F-7567-7781-550604F8D3E8}"/>
          </ac:spMkLst>
        </pc:spChg>
        <pc:spChg chg="add del mod">
          <ac:chgData name="Valdez Campa, Jacquelin" userId="S::jfvalde3@cougarnet.uh.edu::4585ea8e-dc69-4081-bfdb-0ea24b78dfd1" providerId="AD" clId="Web-{FE98A810-4F0E-0F91-94B5-13FEE0D93913}" dt="2024-10-22T03:16:44.649" v="619"/>
          <ac:spMkLst>
            <pc:docMk/>
            <pc:sldMk cId="0" sldId="258"/>
            <ac:spMk id="5" creationId="{21DF4B5E-39B3-2FFC-3A0E-D121D4932D3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8:00.449" v="630" actId="1076"/>
          <ac:spMkLst>
            <pc:docMk/>
            <pc:sldMk cId="0" sldId="258"/>
            <ac:spMk id="1390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7:01.994" v="622" actId="1076"/>
          <ac:spMkLst>
            <pc:docMk/>
            <pc:sldMk cId="0" sldId="258"/>
            <ac:spMk id="1391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7:38.683" v="626" actId="1076"/>
          <ac:spMkLst>
            <pc:docMk/>
            <pc:sldMk cId="0" sldId="258"/>
            <ac:spMk id="1392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3:15:52.100" v="617"/>
          <ac:spMkLst>
            <pc:docMk/>
            <pc:sldMk cId="0" sldId="258"/>
            <ac:spMk id="1393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8:21.044" v="632" actId="1076"/>
          <ac:spMkLst>
            <pc:docMk/>
            <pc:sldMk cId="0" sldId="258"/>
            <ac:spMk id="1394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7:49.199" v="628" actId="1076"/>
          <ac:spMkLst>
            <pc:docMk/>
            <pc:sldMk cId="0" sldId="258"/>
            <ac:spMk id="1396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8:05.996" v="631" actId="1076"/>
          <ac:spMkLst>
            <pc:docMk/>
            <pc:sldMk cId="0" sldId="258"/>
            <ac:spMk id="1397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6:54.149" v="621" actId="1076"/>
          <ac:spMkLst>
            <pc:docMk/>
            <pc:sldMk cId="0" sldId="258"/>
            <ac:spMk id="1398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3:15:23.489" v="616"/>
          <ac:spMkLst>
            <pc:docMk/>
            <pc:sldMk cId="0" sldId="258"/>
            <ac:spMk id="1399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7:08.056" v="623" actId="1076"/>
          <ac:spMkLst>
            <pc:docMk/>
            <pc:sldMk cId="0" sldId="258"/>
            <ac:spMk id="1401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FE98A810-4F0E-0F91-94B5-13FEE0D93913}" dt="2024-10-22T02:56:38.004" v="596" actId="20577"/>
        <pc:sldMkLst>
          <pc:docMk/>
          <pc:sldMk cId="0" sldId="259"/>
        </pc:sldMkLst>
        <pc:spChg chg="mod">
          <ac:chgData name="Valdez Campa, Jacquelin" userId="S::jfvalde3@cougarnet.uh.edu::4585ea8e-dc69-4081-bfdb-0ea24b78dfd1" providerId="AD" clId="Web-{FE98A810-4F0E-0F91-94B5-13FEE0D93913}" dt="2024-10-22T02:56:38.004" v="596" actId="20577"/>
          <ac:spMkLst>
            <pc:docMk/>
            <pc:sldMk cId="0" sldId="259"/>
            <ac:spMk id="4" creationId="{68E48CD8-51C9-121C-C8D9-5F48E044ACC3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1:20:01.563" v="567" actId="1076"/>
          <ac:spMkLst>
            <pc:docMk/>
            <pc:sldMk cId="0" sldId="259"/>
            <ac:spMk id="1406" creationId="{00000000-0000-0000-0000-000000000000}"/>
          </ac:spMkLst>
        </pc:spChg>
      </pc:sldChg>
      <pc:sldChg chg="modSp ord">
        <pc:chgData name="Valdez Campa, Jacquelin" userId="S::jfvalde3@cougarnet.uh.edu::4585ea8e-dc69-4081-bfdb-0ea24b78dfd1" providerId="AD" clId="Web-{FE98A810-4F0E-0F91-94B5-13FEE0D93913}" dt="2024-10-22T01:20:58.909" v="582"/>
        <pc:sldMkLst>
          <pc:docMk/>
          <pc:sldMk cId="0" sldId="260"/>
        </pc:sldMkLst>
        <pc:spChg chg="mod">
          <ac:chgData name="Valdez Campa, Jacquelin" userId="S::jfvalde3@cougarnet.uh.edu::4585ea8e-dc69-4081-bfdb-0ea24b78dfd1" providerId="AD" clId="Web-{FE98A810-4F0E-0F91-94B5-13FEE0D93913}" dt="2024-10-22T00:40:48.454" v="268" actId="20577"/>
          <ac:spMkLst>
            <pc:docMk/>
            <pc:sldMk cId="0" sldId="260"/>
            <ac:spMk id="4" creationId="{D949053B-A65D-9CC6-FF12-58170C4141E9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40:55.126" v="269" actId="1076"/>
          <ac:spMkLst>
            <pc:docMk/>
            <pc:sldMk cId="0" sldId="260"/>
            <ac:spMk id="5" creationId="{914CEE71-E80D-1426-4867-5CB42332B36F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1:20:47.502" v="580" actId="20577"/>
          <ac:spMkLst>
            <pc:docMk/>
            <pc:sldMk cId="0" sldId="260"/>
            <ac:spMk id="1413" creationId="{00000000-0000-0000-0000-000000000000}"/>
          </ac:spMkLst>
        </pc:spChg>
      </pc:sldChg>
      <pc:sldChg chg="modSp">
        <pc:chgData name="Valdez Campa, Jacquelin" userId="S::jfvalde3@cougarnet.uh.edu::4585ea8e-dc69-4081-bfdb-0ea24b78dfd1" providerId="AD" clId="Web-{FE98A810-4F0E-0F91-94B5-13FEE0D93913}" dt="2024-10-22T01:21:18.566" v="589" actId="20577"/>
        <pc:sldMkLst>
          <pc:docMk/>
          <pc:sldMk cId="0" sldId="261"/>
        </pc:sldMkLst>
        <pc:spChg chg="mod">
          <ac:chgData name="Valdez Campa, Jacquelin" userId="S::jfvalde3@cougarnet.uh.edu::4585ea8e-dc69-4081-bfdb-0ea24b78dfd1" providerId="AD" clId="Web-{FE98A810-4F0E-0F91-94B5-13FEE0D93913}" dt="2024-10-22T01:21:18.566" v="589" actId="20577"/>
          <ac:spMkLst>
            <pc:docMk/>
            <pc:sldMk cId="0" sldId="261"/>
            <ac:spMk id="6" creationId="{DF1B0EB2-F2E3-7FA6-5FCB-CE150247828A}"/>
          </ac:spMkLst>
        </pc:spChg>
        <pc:grpChg chg="mod">
          <ac:chgData name="Valdez Campa, Jacquelin" userId="S::jfvalde3@cougarnet.uh.edu::4585ea8e-dc69-4081-bfdb-0ea24b78dfd1" providerId="AD" clId="Web-{FE98A810-4F0E-0F91-94B5-13FEE0D93913}" dt="2024-10-22T00:59:19.982" v="455" actId="1076"/>
          <ac:grpSpMkLst>
            <pc:docMk/>
            <pc:sldMk cId="0" sldId="261"/>
            <ac:grpSpMk id="1441" creationId="{00000000-0000-0000-0000-000000000000}"/>
          </ac:grpSpMkLst>
        </pc:grpChg>
      </pc:sldChg>
      <pc:sldChg chg="ord">
        <pc:chgData name="Valdez Campa, Jacquelin" userId="S::jfvalde3@cougarnet.uh.edu::4585ea8e-dc69-4081-bfdb-0ea24b78dfd1" providerId="AD" clId="Web-{FE98A810-4F0E-0F91-94B5-13FEE0D93913}" dt="2024-10-22T01:20:16.235" v="571"/>
        <pc:sldMkLst>
          <pc:docMk/>
          <pc:sldMk cId="0" sldId="262"/>
        </pc:sldMkLst>
      </pc:sldChg>
      <pc:sldChg chg="addSp delSp modSp">
        <pc:chgData name="Valdez Campa, Jacquelin" userId="S::jfvalde3@cougarnet.uh.edu::4585ea8e-dc69-4081-bfdb-0ea24b78dfd1" providerId="AD" clId="Web-{FE98A810-4F0E-0F91-94B5-13FEE0D93913}" dt="2024-10-22T03:19:51.469" v="635" actId="20577"/>
        <pc:sldMkLst>
          <pc:docMk/>
          <pc:sldMk cId="0" sldId="263"/>
        </pc:sldMkLst>
        <pc:spChg chg="del">
          <ac:chgData name="Valdez Campa, Jacquelin" userId="S::jfvalde3@cougarnet.uh.edu::4585ea8e-dc69-4081-bfdb-0ea24b78dfd1" providerId="AD" clId="Web-{FE98A810-4F0E-0F91-94B5-13FEE0D93913}" dt="2024-10-22T00:09:28.437" v="0"/>
          <ac:spMkLst>
            <pc:docMk/>
            <pc:sldMk cId="0" sldId="263"/>
            <ac:spMk id="2" creationId="{85AECE2D-81CD-81D7-0B14-FF896DE3876D}"/>
          </ac:spMkLst>
        </pc:spChg>
        <pc:spChg chg="add del mod">
          <ac:chgData name="Valdez Campa, Jacquelin" userId="S::jfvalde3@cougarnet.uh.edu::4585ea8e-dc69-4081-bfdb-0ea24b78dfd1" providerId="AD" clId="Web-{FE98A810-4F0E-0F91-94B5-13FEE0D93913}" dt="2024-10-22T00:41:29.877" v="274"/>
          <ac:spMkLst>
            <pc:docMk/>
            <pc:sldMk cId="0" sldId="263"/>
            <ac:spMk id="3" creationId="{2D9D8993-6EBF-3620-75C9-2E6477D44A29}"/>
          </ac:spMkLst>
        </pc:spChg>
        <pc:spChg chg="add del">
          <ac:chgData name="Valdez Campa, Jacquelin" userId="S::jfvalde3@cougarnet.uh.edu::4585ea8e-dc69-4081-bfdb-0ea24b78dfd1" providerId="AD" clId="Web-{FE98A810-4F0E-0F91-94B5-13FEE0D93913}" dt="2024-10-22T00:09:39.172" v="2"/>
          <ac:spMkLst>
            <pc:docMk/>
            <pc:sldMk cId="0" sldId="263"/>
            <ac:spMk id="4" creationId="{D3BA0361-EC18-315A-A6D3-DAD34B926F3F}"/>
          </ac:spMkLst>
        </pc:spChg>
        <pc:spChg chg="add mod">
          <ac:chgData name="Valdez Campa, Jacquelin" userId="S::jfvalde3@cougarnet.uh.edu::4585ea8e-dc69-4081-bfdb-0ea24b78dfd1" providerId="AD" clId="Web-{FE98A810-4F0E-0F91-94B5-13FEE0D93913}" dt="2024-10-22T02:58:12.258" v="597" actId="20577"/>
          <ac:spMkLst>
            <pc:docMk/>
            <pc:sldMk cId="0" sldId="263"/>
            <ac:spMk id="5" creationId="{9D373D8B-7EBF-B4C2-8406-DC9545BA28A1}"/>
          </ac:spMkLst>
        </pc:spChg>
        <pc:spChg chg="add mod">
          <ac:chgData name="Valdez Campa, Jacquelin" userId="S::jfvalde3@cougarnet.uh.edu::4585ea8e-dc69-4081-bfdb-0ea24b78dfd1" providerId="AD" clId="Web-{FE98A810-4F0E-0F91-94B5-13FEE0D93913}" dt="2024-10-22T00:53:19.343" v="415" actId="1076"/>
          <ac:spMkLst>
            <pc:docMk/>
            <pc:sldMk cId="0" sldId="263"/>
            <ac:spMk id="6" creationId="{EE9AEE8B-66CE-8459-1064-CA1052995694}"/>
          </ac:spMkLst>
        </pc:spChg>
        <pc:spChg chg="add del mod">
          <ac:chgData name="Valdez Campa, Jacquelin" userId="S::jfvalde3@cougarnet.uh.edu::4585ea8e-dc69-4081-bfdb-0ea24b78dfd1" providerId="AD" clId="Web-{FE98A810-4F0E-0F91-94B5-13FEE0D93913}" dt="2024-10-22T00:49:15.130" v="397"/>
          <ac:spMkLst>
            <pc:docMk/>
            <pc:sldMk cId="0" sldId="263"/>
            <ac:spMk id="8" creationId="{10E6D7CE-52F5-C965-B781-D135A04DB76C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53:37.797" v="418" actId="1076"/>
          <ac:spMkLst>
            <pc:docMk/>
            <pc:sldMk cId="0" sldId="263"/>
            <ac:spMk id="1484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19:51.469" v="635" actId="20577"/>
          <ac:spMkLst>
            <pc:docMk/>
            <pc:sldMk cId="0" sldId="263"/>
            <ac:spMk id="1485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51:48.245" v="409" actId="1076"/>
          <ac:spMkLst>
            <pc:docMk/>
            <pc:sldMk cId="0" sldId="263"/>
            <ac:spMk id="1486" creationId="{00000000-0000-0000-0000-000000000000}"/>
          </ac:spMkLst>
        </pc:spChg>
        <pc:spChg chg="del mod">
          <ac:chgData name="Valdez Campa, Jacquelin" userId="S::jfvalde3@cougarnet.uh.edu::4585ea8e-dc69-4081-bfdb-0ea24b78dfd1" providerId="AD" clId="Web-{FE98A810-4F0E-0F91-94B5-13FEE0D93913}" dt="2024-10-22T00:48:31.941" v="396"/>
          <ac:spMkLst>
            <pc:docMk/>
            <pc:sldMk cId="0" sldId="263"/>
            <ac:spMk id="1487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53:25.827" v="416" actId="1076"/>
          <ac:spMkLst>
            <pc:docMk/>
            <pc:sldMk cId="0" sldId="263"/>
            <ac:spMk id="1489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53:34.016" v="417" actId="1076"/>
          <ac:spMkLst>
            <pc:docMk/>
            <pc:sldMk cId="0" sldId="263"/>
            <ac:spMk id="1490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0:41:18.752" v="270"/>
          <ac:spMkLst>
            <pc:docMk/>
            <pc:sldMk cId="0" sldId="263"/>
            <ac:spMk id="1491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0:41:22.221" v="272"/>
          <ac:spMkLst>
            <pc:docMk/>
            <pc:sldMk cId="0" sldId="263"/>
            <ac:spMk id="1492" creationId="{00000000-0000-0000-0000-000000000000}"/>
          </ac:spMkLst>
        </pc:spChg>
      </pc:sldChg>
      <pc:sldChg chg="addSp delSp modSp">
        <pc:chgData name="Valdez Campa, Jacquelin" userId="S::jfvalde3@cougarnet.uh.edu::4585ea8e-dc69-4081-bfdb-0ea24b78dfd1" providerId="AD" clId="Web-{FE98A810-4F0E-0F91-94B5-13FEE0D93913}" dt="2024-10-22T01:18:03.230" v="560"/>
        <pc:sldMkLst>
          <pc:docMk/>
          <pc:sldMk cId="0" sldId="264"/>
        </pc:sldMkLst>
        <pc:spChg chg="add del mod">
          <ac:chgData name="Valdez Campa, Jacquelin" userId="S::jfvalde3@cougarnet.uh.edu::4585ea8e-dc69-4081-bfdb-0ea24b78dfd1" providerId="AD" clId="Web-{FE98A810-4F0E-0F91-94B5-13FEE0D93913}" dt="2024-10-22T01:18:03.230" v="560"/>
          <ac:spMkLst>
            <pc:docMk/>
            <pc:sldMk cId="0" sldId="264"/>
            <ac:spMk id="3" creationId="{F9B04476-DEFD-8BED-F22C-BC80C90CA835}"/>
          </ac:spMkLst>
        </pc:spChg>
        <pc:spChg chg="add mod">
          <ac:chgData name="Valdez Campa, Jacquelin" userId="S::jfvalde3@cougarnet.uh.edu::4585ea8e-dc69-4081-bfdb-0ea24b78dfd1" providerId="AD" clId="Web-{FE98A810-4F0E-0F91-94B5-13FEE0D93913}" dt="2024-10-22T01:17:53.886" v="559"/>
          <ac:spMkLst>
            <pc:docMk/>
            <pc:sldMk cId="0" sldId="264"/>
            <ac:spMk id="5" creationId="{192ABB77-D7EC-4615-18E3-F96659F284C8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53:51.250" v="419" actId="20577"/>
          <ac:spMkLst>
            <pc:docMk/>
            <pc:sldMk cId="0" sldId="264"/>
            <ac:spMk id="1497" creationId="{00000000-0000-0000-0000-000000000000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1:17:52.183" v="558" actId="20577"/>
          <ac:spMkLst>
            <pc:docMk/>
            <pc:sldMk cId="0" sldId="264"/>
            <ac:spMk id="1499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1:17:53.886" v="559"/>
          <ac:spMkLst>
            <pc:docMk/>
            <pc:sldMk cId="0" sldId="264"/>
            <ac:spMk id="1503" creationId="{00000000-0000-0000-0000-000000000000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1:17:47.729" v="557"/>
          <ac:spMkLst>
            <pc:docMk/>
            <pc:sldMk cId="0" sldId="264"/>
            <ac:spMk id="1507" creationId="{00000000-0000-0000-0000-000000000000}"/>
          </ac:spMkLst>
        </pc:spChg>
      </pc:sldChg>
      <pc:sldChg chg="addSp delSp modSp add del mod ord modShow">
        <pc:chgData name="Valdez Campa, Jacquelin" userId="S::jfvalde3@cougarnet.uh.edu::4585ea8e-dc69-4081-bfdb-0ea24b78dfd1" providerId="AD" clId="Web-{FE98A810-4F0E-0F91-94B5-13FEE0D93913}" dt="2024-10-22T01:17:15.666" v="555"/>
        <pc:sldMkLst>
          <pc:docMk/>
          <pc:sldMk cId="0" sldId="265"/>
        </pc:sldMkLst>
        <pc:spChg chg="add mod">
          <ac:chgData name="Valdez Campa, Jacquelin" userId="S::jfvalde3@cougarnet.uh.edu::4585ea8e-dc69-4081-bfdb-0ea24b78dfd1" providerId="AD" clId="Web-{FE98A810-4F0E-0F91-94B5-13FEE0D93913}" dt="2024-10-22T01:00:01.218" v="461" actId="20577"/>
          <ac:spMkLst>
            <pc:docMk/>
            <pc:sldMk cId="0" sldId="265"/>
            <ac:spMk id="2" creationId="{B34FCD24-0091-B329-BF7F-4D89E3F00AF7}"/>
          </ac:spMkLst>
        </pc:spChg>
        <pc:spChg chg="add mod">
          <ac:chgData name="Valdez Campa, Jacquelin" userId="S::jfvalde3@cougarnet.uh.edu::4585ea8e-dc69-4081-bfdb-0ea24b78dfd1" providerId="AD" clId="Web-{FE98A810-4F0E-0F91-94B5-13FEE0D93913}" dt="2024-10-22T00:59:46.217" v="459" actId="1076"/>
          <ac:spMkLst>
            <pc:docMk/>
            <pc:sldMk cId="0" sldId="265"/>
            <ac:spMk id="4" creationId="{9FB896B6-55CB-BDB0-7627-B251B4DE8959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0:57:54.479" v="453" actId="1076"/>
          <ac:spMkLst>
            <pc:docMk/>
            <pc:sldMk cId="0" sldId="265"/>
            <ac:spMk id="1515" creationId="{00000000-0000-0000-0000-000000000000}"/>
          </ac:spMkLst>
        </pc:spChg>
        <pc:picChg chg="add del mod">
          <ac:chgData name="Valdez Campa, Jacquelin" userId="S::jfvalde3@cougarnet.uh.edu::4585ea8e-dc69-4081-bfdb-0ea24b78dfd1" providerId="AD" clId="Web-{FE98A810-4F0E-0F91-94B5-13FEE0D93913}" dt="2024-10-22T01:01:26.596" v="463"/>
          <ac:picMkLst>
            <pc:docMk/>
            <pc:sldMk cId="0" sldId="265"/>
            <ac:picMk id="5" creationId="{B1020B1C-B459-384C-C8E3-FDCE4C7CCE0A}"/>
          </ac:picMkLst>
        </pc:picChg>
      </pc:sldChg>
      <pc:sldChg chg="del">
        <pc:chgData name="Valdez Campa, Jacquelin" userId="S::jfvalde3@cougarnet.uh.edu::4585ea8e-dc69-4081-bfdb-0ea24b78dfd1" providerId="AD" clId="Web-{FE98A810-4F0E-0F91-94B5-13FEE0D93913}" dt="2024-10-22T03:24:09.543" v="637"/>
        <pc:sldMkLst>
          <pc:docMk/>
          <pc:sldMk cId="0" sldId="278"/>
        </pc:sldMkLst>
      </pc:sldChg>
      <pc:sldChg chg="del">
        <pc:chgData name="Valdez Campa, Jacquelin" userId="S::jfvalde3@cougarnet.uh.edu::4585ea8e-dc69-4081-bfdb-0ea24b78dfd1" providerId="AD" clId="Web-{FE98A810-4F0E-0F91-94B5-13FEE0D93913}" dt="2024-10-22T03:27:55.084" v="641"/>
        <pc:sldMkLst>
          <pc:docMk/>
          <pc:sldMk cId="0" sldId="284"/>
        </pc:sldMkLst>
      </pc:sldChg>
      <pc:sldChg chg="del">
        <pc:chgData name="Valdez Campa, Jacquelin" userId="S::jfvalde3@cougarnet.uh.edu::4585ea8e-dc69-4081-bfdb-0ea24b78dfd1" providerId="AD" clId="Web-{FE98A810-4F0E-0F91-94B5-13FEE0D93913}" dt="2024-10-22T03:26:15.142" v="640"/>
        <pc:sldMkLst>
          <pc:docMk/>
          <pc:sldMk cId="0" sldId="293"/>
        </pc:sldMkLst>
      </pc:sldChg>
      <pc:sldChg chg="del">
        <pc:chgData name="Valdez Campa, Jacquelin" userId="S::jfvalde3@cougarnet.uh.edu::4585ea8e-dc69-4081-bfdb-0ea24b78dfd1" providerId="AD" clId="Web-{FE98A810-4F0E-0F91-94B5-13FEE0D93913}" dt="2024-10-22T03:25:34.468" v="639"/>
        <pc:sldMkLst>
          <pc:docMk/>
          <pc:sldMk cId="0" sldId="294"/>
        </pc:sldMkLst>
      </pc:sldChg>
      <pc:sldChg chg="del">
        <pc:chgData name="Valdez Campa, Jacquelin" userId="S::jfvalde3@cougarnet.uh.edu::4585ea8e-dc69-4081-bfdb-0ea24b78dfd1" providerId="AD" clId="Web-{FE98A810-4F0E-0F91-94B5-13FEE0D93913}" dt="2024-10-22T03:25:18.124" v="638"/>
        <pc:sldMkLst>
          <pc:docMk/>
          <pc:sldMk cId="0" sldId="295"/>
        </pc:sldMkLst>
      </pc:sldChg>
      <pc:sldChg chg="addSp delSp modSp add ord">
        <pc:chgData name="Valdez Campa, Jacquelin" userId="S::jfvalde3@cougarnet.uh.edu::4585ea8e-dc69-4081-bfdb-0ea24b78dfd1" providerId="AD" clId="Web-{FE98A810-4F0E-0F91-94B5-13FEE0D93913}" dt="2024-10-22T03:20:05.548" v="636" actId="20577"/>
        <pc:sldMkLst>
          <pc:docMk/>
          <pc:sldMk cId="1889031510" sldId="297"/>
        </pc:sldMkLst>
        <pc:spChg chg="mod">
          <ac:chgData name="Valdez Campa, Jacquelin" userId="S::jfvalde3@cougarnet.uh.edu::4585ea8e-dc69-4081-bfdb-0ea24b78dfd1" providerId="AD" clId="Web-{FE98A810-4F0E-0F91-94B5-13FEE0D93913}" dt="2024-10-22T02:58:53.495" v="603" actId="1076"/>
          <ac:spMkLst>
            <pc:docMk/>
            <pc:sldMk cId="1889031510" sldId="297"/>
            <ac:spMk id="2" creationId="{B34FCD24-0091-B329-BF7F-4D89E3F00AF7}"/>
          </ac:spMkLst>
        </pc:spChg>
        <pc:spChg chg="del">
          <ac:chgData name="Valdez Campa, Jacquelin" userId="S::jfvalde3@cougarnet.uh.edu::4585ea8e-dc69-4081-bfdb-0ea24b78dfd1" providerId="AD" clId="Web-{FE98A810-4F0E-0F91-94B5-13FEE0D93913}" dt="2024-10-22T01:13:55.611" v="531"/>
          <ac:spMkLst>
            <pc:docMk/>
            <pc:sldMk cId="1889031510" sldId="297"/>
            <ac:spMk id="4" creationId="{9FB896B6-55CB-BDB0-7627-B251B4DE8959}"/>
          </ac:spMkLst>
        </pc:spChg>
        <pc:spChg chg="mod">
          <ac:chgData name="Valdez Campa, Jacquelin" userId="S::jfvalde3@cougarnet.uh.edu::4585ea8e-dc69-4081-bfdb-0ea24b78dfd1" providerId="AD" clId="Web-{FE98A810-4F0E-0F91-94B5-13FEE0D93913}" dt="2024-10-22T03:20:05.548" v="636" actId="20577"/>
          <ac:spMkLst>
            <pc:docMk/>
            <pc:sldMk cId="1889031510" sldId="297"/>
            <ac:spMk id="1515" creationId="{00000000-0000-0000-0000-000000000000}"/>
          </ac:spMkLst>
        </pc:spChg>
        <pc:picChg chg="add mod">
          <ac:chgData name="Valdez Campa, Jacquelin" userId="S::jfvalde3@cougarnet.uh.edu::4585ea8e-dc69-4081-bfdb-0ea24b78dfd1" providerId="AD" clId="Web-{FE98A810-4F0E-0F91-94B5-13FEE0D93913}" dt="2024-10-22T01:13:57.111" v="532" actId="1076"/>
          <ac:picMkLst>
            <pc:docMk/>
            <pc:sldMk cId="1889031510" sldId="297"/>
            <ac:picMk id="3" creationId="{0345257B-4474-9DC2-813E-91BCFC2C71C5}"/>
          </ac:picMkLst>
        </pc:picChg>
        <pc:picChg chg="add del mod">
          <ac:chgData name="Valdez Campa, Jacquelin" userId="S::jfvalde3@cougarnet.uh.edu::4585ea8e-dc69-4081-bfdb-0ea24b78dfd1" providerId="AD" clId="Web-{FE98A810-4F0E-0F91-94B5-13FEE0D93913}" dt="2024-10-22T01:08:18.191" v="482"/>
          <ac:picMkLst>
            <pc:docMk/>
            <pc:sldMk cId="1889031510" sldId="297"/>
            <ac:picMk id="5" creationId="{3B3EF831-7764-43BE-3057-7366B8F3A4C8}"/>
          </ac:picMkLst>
        </pc:picChg>
        <pc:picChg chg="add del mod">
          <ac:chgData name="Valdez Campa, Jacquelin" userId="S::jfvalde3@cougarnet.uh.edu::4585ea8e-dc69-4081-bfdb-0ea24b78dfd1" providerId="AD" clId="Web-{FE98A810-4F0E-0F91-94B5-13FEE0D93913}" dt="2024-10-22T01:14:33.331" v="538"/>
          <ac:picMkLst>
            <pc:docMk/>
            <pc:sldMk cId="1889031510" sldId="297"/>
            <ac:picMk id="6" creationId="{64036BAE-155A-88F9-D75F-60F857AF4394}"/>
          </ac:picMkLst>
        </pc:picChg>
        <pc:picChg chg="add mod">
          <ac:chgData name="Valdez Campa, Jacquelin" userId="S::jfvalde3@cougarnet.uh.edu::4585ea8e-dc69-4081-bfdb-0ea24b78dfd1" providerId="AD" clId="Web-{FE98A810-4F0E-0F91-94B5-13FEE0D93913}" dt="2024-10-22T01:14:10.142" v="535" actId="1076"/>
          <ac:picMkLst>
            <pc:docMk/>
            <pc:sldMk cId="1889031510" sldId="297"/>
            <ac:picMk id="7" creationId="{FD787C24-A7D5-D971-4B96-ABA5B0E80513}"/>
          </ac:picMkLst>
        </pc:picChg>
        <pc:picChg chg="add mod">
          <ac:chgData name="Valdez Campa, Jacquelin" userId="S::jfvalde3@cougarnet.uh.edu::4585ea8e-dc69-4081-bfdb-0ea24b78dfd1" providerId="AD" clId="Web-{FE98A810-4F0E-0F91-94B5-13FEE0D93913}" dt="2024-10-22T01:15:21.677" v="551" actId="1076"/>
          <ac:picMkLst>
            <pc:docMk/>
            <pc:sldMk cId="1889031510" sldId="297"/>
            <ac:picMk id="8" creationId="{9C71C51D-29DB-5FBE-9EAE-F83BFF06AE0B}"/>
          </ac:picMkLst>
        </pc:picChg>
        <pc:picChg chg="add del mod">
          <ac:chgData name="Valdez Campa, Jacquelin" userId="S::jfvalde3@cougarnet.uh.edu::4585ea8e-dc69-4081-bfdb-0ea24b78dfd1" providerId="AD" clId="Web-{FE98A810-4F0E-0F91-94B5-13FEE0D93913}" dt="2024-10-22T01:13:05.796" v="521"/>
          <ac:picMkLst>
            <pc:docMk/>
            <pc:sldMk cId="1889031510" sldId="297"/>
            <ac:picMk id="9" creationId="{14CF0E53-28A3-6959-CF4E-404D95A89364}"/>
          </ac:picMkLst>
        </pc:picChg>
        <pc:picChg chg="add mod">
          <ac:chgData name="Valdez Campa, Jacquelin" userId="S::jfvalde3@cougarnet.uh.edu::4585ea8e-dc69-4081-bfdb-0ea24b78dfd1" providerId="AD" clId="Web-{FE98A810-4F0E-0F91-94B5-13FEE0D93913}" dt="2024-10-22T01:13:52.095" v="529" actId="1076"/>
          <ac:picMkLst>
            <pc:docMk/>
            <pc:sldMk cId="1889031510" sldId="297"/>
            <ac:picMk id="10" creationId="{E61C46E8-1D9B-EDBE-BA24-C28EAD5EAC54}"/>
          </ac:picMkLst>
        </pc:picChg>
        <pc:picChg chg="add mod">
          <ac:chgData name="Valdez Campa, Jacquelin" userId="S::jfvalde3@cougarnet.uh.edu::4585ea8e-dc69-4081-bfdb-0ea24b78dfd1" providerId="AD" clId="Web-{FE98A810-4F0E-0F91-94B5-13FEE0D93913}" dt="2024-10-22T01:15:23.864" v="552" actId="1076"/>
          <ac:picMkLst>
            <pc:docMk/>
            <pc:sldMk cId="1889031510" sldId="297"/>
            <ac:picMk id="11" creationId="{65B194B0-41DD-E225-4FA5-A255A062CF22}"/>
          </ac:picMkLst>
        </pc:picChg>
      </pc:sldChg>
    </pc:docChg>
  </pc:docChgLst>
  <pc:docChgLst>
    <pc:chgData name="Valdez Campa, Jacquelin" userId="S::jfvalde3@cougarnet.uh.edu::4585ea8e-dc69-4081-bfdb-0ea24b78dfd1" providerId="AD" clId="Web-{014256A2-0D36-4F7D-60FE-1F4A1578ACB6}"/>
    <pc:docChg chg="modSld sldOrd">
      <pc:chgData name="Valdez Campa, Jacquelin" userId="S::jfvalde3@cougarnet.uh.edu::4585ea8e-dc69-4081-bfdb-0ea24b78dfd1" providerId="AD" clId="Web-{014256A2-0D36-4F7D-60FE-1F4A1578ACB6}" dt="2024-10-21T15:54:24.918" v="13"/>
      <pc:docMkLst>
        <pc:docMk/>
      </pc:docMkLst>
      <pc:sldChg chg="modSp ord">
        <pc:chgData name="Valdez Campa, Jacquelin" userId="S::jfvalde3@cougarnet.uh.edu::4585ea8e-dc69-4081-bfdb-0ea24b78dfd1" providerId="AD" clId="Web-{014256A2-0D36-4F7D-60FE-1F4A1578ACB6}" dt="2024-10-21T15:54:13.464" v="11"/>
        <pc:sldMkLst>
          <pc:docMk/>
          <pc:sldMk cId="0" sldId="258"/>
        </pc:sldMkLst>
        <pc:spChg chg="mod">
          <ac:chgData name="Valdez Campa, Jacquelin" userId="S::jfvalde3@cougarnet.uh.edu::4585ea8e-dc69-4081-bfdb-0ea24b78dfd1" providerId="AD" clId="Web-{014256A2-0D36-4F7D-60FE-1F4A1578ACB6}" dt="2024-10-21T15:52:04.346" v="0" actId="20577"/>
          <ac:spMkLst>
            <pc:docMk/>
            <pc:sldMk cId="0" sldId="258"/>
            <ac:spMk id="1398" creationId="{00000000-0000-0000-0000-000000000000}"/>
          </ac:spMkLst>
        </pc:spChg>
      </pc:sldChg>
      <pc:sldChg chg="addSp modSp">
        <pc:chgData name="Valdez Campa, Jacquelin" userId="S::jfvalde3@cougarnet.uh.edu::4585ea8e-dc69-4081-bfdb-0ea24b78dfd1" providerId="AD" clId="Web-{014256A2-0D36-4F7D-60FE-1F4A1578ACB6}" dt="2024-10-21T15:54:24.918" v="13"/>
        <pc:sldMkLst>
          <pc:docMk/>
          <pc:sldMk cId="0" sldId="261"/>
        </pc:sldMkLst>
        <pc:spChg chg="add">
          <ac:chgData name="Valdez Campa, Jacquelin" userId="S::jfvalde3@cougarnet.uh.edu::4585ea8e-dc69-4081-bfdb-0ea24b78dfd1" providerId="AD" clId="Web-{014256A2-0D36-4F7D-60FE-1F4A1578ACB6}" dt="2024-10-21T15:54:24.652" v="12"/>
          <ac:spMkLst>
            <pc:docMk/>
            <pc:sldMk cId="0" sldId="261"/>
            <ac:spMk id="3" creationId="{A7497EF1-05F7-F8D6-8F5B-605CC796E7E5}"/>
          </ac:spMkLst>
        </pc:spChg>
        <pc:spChg chg="add">
          <ac:chgData name="Valdez Campa, Jacquelin" userId="S::jfvalde3@cougarnet.uh.edu::4585ea8e-dc69-4081-bfdb-0ea24b78dfd1" providerId="AD" clId="Web-{014256A2-0D36-4F7D-60FE-1F4A1578ACB6}" dt="2024-10-21T15:54:24.918" v="13"/>
          <ac:spMkLst>
            <pc:docMk/>
            <pc:sldMk cId="0" sldId="261"/>
            <ac:spMk id="5" creationId="{FD60DF1B-F2C6-8A09-2E17-3EDDBAD77987}"/>
          </ac:spMkLst>
        </pc:spChg>
        <pc:spChg chg="mod">
          <ac:chgData name="Valdez Campa, Jacquelin" userId="S::jfvalde3@cougarnet.uh.edu::4585ea8e-dc69-4081-bfdb-0ea24b78dfd1" providerId="AD" clId="Web-{014256A2-0D36-4F7D-60FE-1F4A1578ACB6}" dt="2024-10-21T15:52:56.959" v="10" actId="20577"/>
          <ac:spMkLst>
            <pc:docMk/>
            <pc:sldMk cId="0" sldId="261"/>
            <ac:spMk id="1435" creationId="{00000000-0000-0000-0000-000000000000}"/>
          </ac:spMkLst>
        </pc:spChg>
      </pc:sldChg>
    </pc:docChg>
  </pc:docChgLst>
  <pc:docChgLst>
    <pc:chgData name="Castro, Isabela S" userId="S::iscastro@cougarnet.uh.edu::649063bf-9169-45d1-a0dc-323b3e7dde67" providerId="AD" clId="Web-{55BEA9EA-6F21-6EC8-EFA5-AA025C775E5B}"/>
    <pc:docChg chg="modSld">
      <pc:chgData name="Castro, Isabela S" userId="S::iscastro@cougarnet.uh.edu::649063bf-9169-45d1-a0dc-323b3e7dde67" providerId="AD" clId="Web-{55BEA9EA-6F21-6EC8-EFA5-AA025C775E5B}" dt="2024-10-23T00:07:06.104" v="5" actId="20577"/>
      <pc:docMkLst>
        <pc:docMk/>
      </pc:docMkLst>
      <pc:sldChg chg="modSp">
        <pc:chgData name="Castro, Isabela S" userId="S::iscastro@cougarnet.uh.edu::649063bf-9169-45d1-a0dc-323b3e7dde67" providerId="AD" clId="Web-{55BEA9EA-6F21-6EC8-EFA5-AA025C775E5B}" dt="2024-10-23T00:07:06.104" v="5" actId="20577"/>
        <pc:sldMkLst>
          <pc:docMk/>
          <pc:sldMk cId="0" sldId="259"/>
        </pc:sldMkLst>
        <pc:spChg chg="mod">
          <ac:chgData name="Castro, Isabela S" userId="S::iscastro@cougarnet.uh.edu::649063bf-9169-45d1-a0dc-323b3e7dde67" providerId="AD" clId="Web-{55BEA9EA-6F21-6EC8-EFA5-AA025C775E5B}" dt="2024-10-23T00:07:06.104" v="5" actId="20577"/>
          <ac:spMkLst>
            <pc:docMk/>
            <pc:sldMk cId="0" sldId="259"/>
            <ac:spMk id="1406" creationId="{00000000-0000-0000-0000-000000000000}"/>
          </ac:spMkLst>
        </pc:spChg>
      </pc:sldChg>
    </pc:docChg>
  </pc:docChgLst>
  <pc:docChgLst>
    <pc:chgData name="Torres, Jared F" userId="S::jftorre3@cougarnet.uh.edu::90f5a453-193f-44d5-9cf8-1acb9568a36a" providerId="AD" clId="Web-{692B7201-4A34-812E-DE79-EEC29D54A3D7}"/>
    <pc:docChg chg="modSld">
      <pc:chgData name="Torres, Jared F" userId="S::jftorre3@cougarnet.uh.edu::90f5a453-193f-44d5-9cf8-1acb9568a36a" providerId="AD" clId="Web-{692B7201-4A34-812E-DE79-EEC29D54A3D7}" dt="2024-11-07T03:38:37.788" v="2"/>
      <pc:docMkLst>
        <pc:docMk/>
      </pc:docMkLst>
      <pc:sldChg chg="addSp delSp modSp">
        <pc:chgData name="Torres, Jared F" userId="S::jftorre3@cougarnet.uh.edu::90f5a453-193f-44d5-9cf8-1acb9568a36a" providerId="AD" clId="Web-{692B7201-4A34-812E-DE79-EEC29D54A3D7}" dt="2024-11-07T03:38:37.788" v="2"/>
        <pc:sldMkLst>
          <pc:docMk/>
          <pc:sldMk cId="0" sldId="261"/>
        </pc:sldMkLst>
        <pc:spChg chg="add del">
          <ac:chgData name="Torres, Jared F" userId="S::jftorre3@cougarnet.uh.edu::90f5a453-193f-44d5-9cf8-1acb9568a36a" providerId="AD" clId="Web-{692B7201-4A34-812E-DE79-EEC29D54A3D7}" dt="2024-11-07T03:38:37.788" v="2"/>
          <ac:spMkLst>
            <pc:docMk/>
            <pc:sldMk cId="0" sldId="261"/>
            <ac:spMk id="2" creationId="{49506E47-2726-EB69-E4E8-5F31722BFEC9}"/>
          </ac:spMkLst>
        </pc:spChg>
        <pc:spChg chg="mod">
          <ac:chgData name="Torres, Jared F" userId="S::jftorre3@cougarnet.uh.edu::90f5a453-193f-44d5-9cf8-1acb9568a36a" providerId="AD" clId="Web-{692B7201-4A34-812E-DE79-EEC29D54A3D7}" dt="2024-11-07T03:38:33.913" v="0" actId="20577"/>
          <ac:spMkLst>
            <pc:docMk/>
            <pc:sldMk cId="0" sldId="261"/>
            <ac:spMk id="1439" creationId="{00000000-0000-0000-0000-000000000000}"/>
          </ac:spMkLst>
        </pc:spChg>
      </pc:sldChg>
    </pc:docChg>
  </pc:docChgLst>
  <pc:docChgLst>
    <pc:chgData name="Castro, Isabela S" userId="S::iscastro@cougarnet.uh.edu::649063bf-9169-45d1-a0dc-323b3e7dde67" providerId="AD" clId="Web-{EF46165B-9777-B4FA-89A9-4315505F448B}"/>
    <pc:docChg chg="modSld">
      <pc:chgData name="Castro, Isabela S" userId="S::iscastro@cougarnet.uh.edu::649063bf-9169-45d1-a0dc-323b3e7dde67" providerId="AD" clId="Web-{EF46165B-9777-B4FA-89A9-4315505F448B}" dt="2024-10-22T00:45:00.162" v="147"/>
      <pc:docMkLst>
        <pc:docMk/>
      </pc:docMkLst>
      <pc:sldChg chg="modSp">
        <pc:chgData name="Castro, Isabela S" userId="S::iscastro@cougarnet.uh.edu::649063bf-9169-45d1-a0dc-323b3e7dde67" providerId="AD" clId="Web-{EF46165B-9777-B4FA-89A9-4315505F448B}" dt="2024-10-22T00:45:00.162" v="147"/>
        <pc:sldMkLst>
          <pc:docMk/>
          <pc:sldMk cId="0" sldId="267"/>
        </pc:sldMkLst>
        <pc:graphicFrameChg chg="mod modGraphic">
          <ac:chgData name="Castro, Isabela S" userId="S::iscastro@cougarnet.uh.edu::649063bf-9169-45d1-a0dc-323b3e7dde67" providerId="AD" clId="Web-{EF46165B-9777-B4FA-89A9-4315505F448B}" dt="2024-10-22T00:45:00.162" v="147"/>
          <ac:graphicFrameMkLst>
            <pc:docMk/>
            <pc:sldMk cId="0" sldId="267"/>
            <ac:graphicFrameMk id="1555" creationId="{00000000-0000-0000-0000-000000000000}"/>
          </ac:graphicFrameMkLst>
        </pc:graphicFrameChg>
      </pc:sldChg>
    </pc:docChg>
  </pc:docChgLst>
  <pc:docChgLst>
    <pc:chgData name="Torres, Jared F" userId="S::jftorre3@cougarnet.uh.edu::90f5a453-193f-44d5-9cf8-1acb9568a36a" providerId="AD" clId="Web-{0BFC53A4-AA34-90C0-6298-98FE6EA8CE6C}"/>
    <pc:docChg chg="modSld">
      <pc:chgData name="Torres, Jared F" userId="S::jftorre3@cougarnet.uh.edu::90f5a453-193f-44d5-9cf8-1acb9568a36a" providerId="AD" clId="Web-{0BFC53A4-AA34-90C0-6298-98FE6EA8CE6C}" dt="2024-10-22T00:42:25.137" v="568" actId="20577"/>
      <pc:docMkLst>
        <pc:docMk/>
      </pc:docMkLst>
      <pc:sldChg chg="modSp">
        <pc:chgData name="Torres, Jared F" userId="S::jftorre3@cougarnet.uh.edu::90f5a453-193f-44d5-9cf8-1acb9568a36a" providerId="AD" clId="Web-{0BFC53A4-AA34-90C0-6298-98FE6EA8CE6C}" dt="2024-10-21T23:59:18.682" v="112" actId="20577"/>
        <pc:sldMkLst>
          <pc:docMk/>
          <pc:sldMk cId="0" sldId="259"/>
        </pc:sldMkLst>
        <pc:spChg chg="mod">
          <ac:chgData name="Torres, Jared F" userId="S::jftorre3@cougarnet.uh.edu::90f5a453-193f-44d5-9cf8-1acb9568a36a" providerId="AD" clId="Web-{0BFC53A4-AA34-90C0-6298-98FE6EA8CE6C}" dt="2024-10-21T23:59:18.682" v="112" actId="20577"/>
          <ac:spMkLst>
            <pc:docMk/>
            <pc:sldMk cId="0" sldId="259"/>
            <ac:spMk id="4" creationId="{68E48CD8-51C9-121C-C8D9-5F48E044ACC3}"/>
          </ac:spMkLst>
        </pc:spChg>
      </pc:sldChg>
      <pc:sldChg chg="addSp delSp modSp">
        <pc:chgData name="Torres, Jared F" userId="S::jftorre3@cougarnet.uh.edu::90f5a453-193f-44d5-9cf8-1acb9568a36a" providerId="AD" clId="Web-{0BFC53A4-AA34-90C0-6298-98FE6EA8CE6C}" dt="2024-10-22T00:42:25.137" v="568" actId="20577"/>
        <pc:sldMkLst>
          <pc:docMk/>
          <pc:sldMk cId="0" sldId="260"/>
        </pc:sldMkLst>
        <pc:spChg chg="add mod">
          <ac:chgData name="Torres, Jared F" userId="S::jftorre3@cougarnet.uh.edu::90f5a453-193f-44d5-9cf8-1acb9568a36a" providerId="AD" clId="Web-{0BFC53A4-AA34-90C0-6298-98FE6EA8CE6C}" dt="2024-10-22T00:21:14.943" v="247" actId="20577"/>
          <ac:spMkLst>
            <pc:docMk/>
            <pc:sldMk cId="0" sldId="260"/>
            <ac:spMk id="2" creationId="{2B6168A7-60F9-A389-B204-A9392FC58177}"/>
          </ac:spMkLst>
        </pc:spChg>
        <pc:spChg chg="add del">
          <ac:chgData name="Torres, Jared F" userId="S::jftorre3@cougarnet.uh.edu::90f5a453-193f-44d5-9cf8-1acb9568a36a" providerId="AD" clId="Web-{0BFC53A4-AA34-90C0-6298-98FE6EA8CE6C}" dt="2024-10-22T00:11:58.512" v="201"/>
          <ac:spMkLst>
            <pc:docMk/>
            <pc:sldMk cId="0" sldId="260"/>
            <ac:spMk id="3" creationId="{BB1CEF89-0AB7-8D0E-1A50-F3A02ADFF3FF}"/>
          </ac:spMkLst>
        </pc:spChg>
        <pc:spChg chg="add mod">
          <ac:chgData name="Torres, Jared F" userId="S::jftorre3@cougarnet.uh.edu::90f5a453-193f-44d5-9cf8-1acb9568a36a" providerId="AD" clId="Web-{0BFC53A4-AA34-90C0-6298-98FE6EA8CE6C}" dt="2024-10-22T00:42:25.137" v="568" actId="20577"/>
          <ac:spMkLst>
            <pc:docMk/>
            <pc:sldMk cId="0" sldId="260"/>
            <ac:spMk id="4" creationId="{D949053B-A65D-9CC6-FF12-58170C4141E9}"/>
          </ac:spMkLst>
        </pc:spChg>
        <pc:spChg chg="mod">
          <ac:chgData name="Torres, Jared F" userId="S::jftorre3@cougarnet.uh.edu::90f5a453-193f-44d5-9cf8-1acb9568a36a" providerId="AD" clId="Web-{0BFC53A4-AA34-90C0-6298-98FE6EA8CE6C}" dt="2024-10-22T00:34:58.791" v="557" actId="1076"/>
          <ac:spMkLst>
            <pc:docMk/>
            <pc:sldMk cId="0" sldId="260"/>
            <ac:spMk id="5" creationId="{914CEE71-E80D-1426-4867-5CB42332B36F}"/>
          </ac:spMkLst>
        </pc:spChg>
        <pc:spChg chg="mod">
          <ac:chgData name="Torres, Jared F" userId="S::jftorre3@cougarnet.uh.edu::90f5a453-193f-44d5-9cf8-1acb9568a36a" providerId="AD" clId="Web-{0BFC53A4-AA34-90C0-6298-98FE6EA8CE6C}" dt="2024-10-22T00:15:09.739" v="224" actId="20577"/>
          <ac:spMkLst>
            <pc:docMk/>
            <pc:sldMk cId="0" sldId="260"/>
            <ac:spMk id="1413" creationId="{00000000-0000-0000-0000-000000000000}"/>
          </ac:spMkLst>
        </pc:spChg>
        <pc:grpChg chg="del">
          <ac:chgData name="Torres, Jared F" userId="S::jftorre3@cougarnet.uh.edu::90f5a453-193f-44d5-9cf8-1acb9568a36a" providerId="AD" clId="Web-{0BFC53A4-AA34-90C0-6298-98FE6EA8CE6C}" dt="2024-10-21T23:59:36.605" v="113"/>
          <ac:grpSpMkLst>
            <pc:docMk/>
            <pc:sldMk cId="0" sldId="260"/>
            <ac:grpSpMk id="1415" creationId="{00000000-0000-0000-0000-000000000000}"/>
          </ac:grpSpMkLst>
        </pc:grpChg>
      </pc:sldChg>
    </pc:docChg>
  </pc:docChgLst>
  <pc:docChgLst>
    <pc:chgData name="Hizam, Ayoub" userId="S::ahizam@cougarnet.uh.edu::eebc4756-b731-4b2d-9d25-ac459f8e509d" providerId="AD" clId="Web-{6DAC9B39-292B-6B7D-2707-99A1FB9B55F5}"/>
    <pc:docChg chg="addSld modSld">
      <pc:chgData name="Hizam, Ayoub" userId="S::ahizam@cougarnet.uh.edu::eebc4756-b731-4b2d-9d25-ac459f8e509d" providerId="AD" clId="Web-{6DAC9B39-292B-6B7D-2707-99A1FB9B55F5}" dt="2024-10-22T01:19:59.325" v="37" actId="1076"/>
      <pc:docMkLst>
        <pc:docMk/>
      </pc:docMkLst>
      <pc:sldChg chg="delSp">
        <pc:chgData name="Hizam, Ayoub" userId="S::ahizam@cougarnet.uh.edu::eebc4756-b731-4b2d-9d25-ac459f8e509d" providerId="AD" clId="Web-{6DAC9B39-292B-6B7D-2707-99A1FB9B55F5}" dt="2024-10-22T01:09:19.659" v="0"/>
        <pc:sldMkLst>
          <pc:docMk/>
          <pc:sldMk cId="0" sldId="277"/>
        </pc:sldMkLst>
        <pc:spChg chg="del">
          <ac:chgData name="Hizam, Ayoub" userId="S::ahizam@cougarnet.uh.edu::eebc4756-b731-4b2d-9d25-ac459f8e509d" providerId="AD" clId="Web-{6DAC9B39-292B-6B7D-2707-99A1FB9B55F5}" dt="2024-10-22T01:09:19.659" v="0"/>
          <ac:spMkLst>
            <pc:docMk/>
            <pc:sldMk cId="0" sldId="277"/>
            <ac:spMk id="3" creationId="{54A40414-74EA-DBC2-54BF-D86E98368A76}"/>
          </ac:spMkLst>
        </pc:spChg>
      </pc:sldChg>
      <pc:sldChg chg="addSp delSp modSp new">
        <pc:chgData name="Hizam, Ayoub" userId="S::ahizam@cougarnet.uh.edu::eebc4756-b731-4b2d-9d25-ac459f8e509d" providerId="AD" clId="Web-{6DAC9B39-292B-6B7D-2707-99A1FB9B55F5}" dt="2024-10-22T01:19:59.325" v="37" actId="1076"/>
        <pc:sldMkLst>
          <pc:docMk/>
          <pc:sldMk cId="4242486731" sldId="298"/>
        </pc:sldMkLst>
        <pc:spChg chg="mod">
          <ac:chgData name="Hizam, Ayoub" userId="S::ahizam@cougarnet.uh.edu::eebc4756-b731-4b2d-9d25-ac459f8e509d" providerId="AD" clId="Web-{6DAC9B39-292B-6B7D-2707-99A1FB9B55F5}" dt="2024-10-22T01:16:11.988" v="27" actId="20577"/>
          <ac:spMkLst>
            <pc:docMk/>
            <pc:sldMk cId="4242486731" sldId="298"/>
            <ac:spMk id="2" creationId="{D153E8D5-C57A-B68F-9FF2-20D3D75D6C9B}"/>
          </ac:spMkLst>
        </pc:spChg>
        <pc:spChg chg="del">
          <ac:chgData name="Hizam, Ayoub" userId="S::ahizam@cougarnet.uh.edu::eebc4756-b731-4b2d-9d25-ac459f8e509d" providerId="AD" clId="Web-{6DAC9B39-292B-6B7D-2707-99A1FB9B55F5}" dt="2024-10-22T01:09:35.410" v="14"/>
          <ac:spMkLst>
            <pc:docMk/>
            <pc:sldMk cId="4242486731" sldId="298"/>
            <ac:spMk id="3" creationId="{F1AAEC38-E613-4A9B-C458-612675AD73C0}"/>
          </ac:spMkLst>
        </pc:spChg>
        <pc:picChg chg="add del mod">
          <ac:chgData name="Hizam, Ayoub" userId="S::ahizam@cougarnet.uh.edu::eebc4756-b731-4b2d-9d25-ac459f8e509d" providerId="AD" clId="Web-{6DAC9B39-292B-6B7D-2707-99A1FB9B55F5}" dt="2024-10-22T01:09:57.879" v="21"/>
          <ac:picMkLst>
            <pc:docMk/>
            <pc:sldMk cId="4242486731" sldId="298"/>
            <ac:picMk id="4" creationId="{F010F715-EC04-406C-9C58-D82A4437674D}"/>
          </ac:picMkLst>
        </pc:picChg>
        <pc:picChg chg="add mod">
          <ac:chgData name="Hizam, Ayoub" userId="S::ahizam@cougarnet.uh.edu::eebc4756-b731-4b2d-9d25-ac459f8e509d" providerId="AD" clId="Web-{6DAC9B39-292B-6B7D-2707-99A1FB9B55F5}" dt="2024-10-22T01:19:59.325" v="37" actId="1076"/>
          <ac:picMkLst>
            <pc:docMk/>
            <pc:sldMk cId="4242486731" sldId="298"/>
            <ac:picMk id="5" creationId="{063BBED4-4D7A-B52D-E387-3049F913DDD3}"/>
          </ac:picMkLst>
        </pc:picChg>
        <pc:picChg chg="add mod">
          <ac:chgData name="Hizam, Ayoub" userId="S::ahizam@cougarnet.uh.edu::eebc4756-b731-4b2d-9d25-ac459f8e509d" providerId="AD" clId="Web-{6DAC9B39-292B-6B7D-2707-99A1FB9B55F5}" dt="2024-10-22T01:19:39.481" v="34" actId="1076"/>
          <ac:picMkLst>
            <pc:docMk/>
            <pc:sldMk cId="4242486731" sldId="298"/>
            <ac:picMk id="6" creationId="{6CAC6E33-95D4-AA55-7216-24AB9DB16D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1f1cc16b5ab_0_27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1f1cc16b5ab_0_27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730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5825"/>
            <a:ext cx="4989000" cy="25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74025"/>
            <a:ext cx="4989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564477" y="-2956563"/>
            <a:ext cx="15782917" cy="9889780"/>
            <a:chOff x="-3564477" y="-2956563"/>
            <a:chExt cx="15782917" cy="9889780"/>
          </a:xfrm>
        </p:grpSpPr>
        <p:grpSp>
          <p:nvGrpSpPr>
            <p:cNvPr id="12" name="Google Shape;12;p2"/>
            <p:cNvGrpSpPr/>
            <p:nvPr/>
          </p:nvGrpSpPr>
          <p:grpSpPr>
            <a:xfrm rot="10800000" flipH="1">
              <a:off x="2508242" y="1896435"/>
              <a:ext cx="9710198" cy="4876137"/>
              <a:chOff x="871538" y="3179763"/>
              <a:chExt cx="7327898" cy="3679826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" name="Google Shape;31;p2"/>
            <p:cNvGrpSpPr/>
            <p:nvPr/>
          </p:nvGrpSpPr>
          <p:grpSpPr>
            <a:xfrm rot="10800000">
              <a:off x="2861163" y="-2956563"/>
              <a:ext cx="7299326" cy="3862388"/>
              <a:chOff x="2446338" y="-23812"/>
              <a:chExt cx="7299326" cy="3862388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" name="Google Shape;52;p2"/>
            <p:cNvGrpSpPr/>
            <p:nvPr/>
          </p:nvGrpSpPr>
          <p:grpSpPr>
            <a:xfrm rot="2966106" flipH="1">
              <a:off x="-3484917" y="2957934"/>
              <a:ext cx="5005393" cy="2513542"/>
              <a:chOff x="871538" y="3179763"/>
              <a:chExt cx="7327898" cy="3679826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1" name="Google Shape;71;p2"/>
          <p:cNvGrpSpPr/>
          <p:nvPr/>
        </p:nvGrpSpPr>
        <p:grpSpPr>
          <a:xfrm>
            <a:off x="-439850" y="5"/>
            <a:ext cx="9307682" cy="4841896"/>
            <a:chOff x="-439850" y="5"/>
            <a:chExt cx="9307682" cy="4841896"/>
          </a:xfrm>
        </p:grpSpPr>
        <p:sp>
          <p:nvSpPr>
            <p:cNvPr id="72" name="Google Shape;72;p2"/>
            <p:cNvSpPr/>
            <p:nvPr/>
          </p:nvSpPr>
          <p:spPr>
            <a:xfrm>
              <a:off x="-439850" y="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8503818" y="43661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3"/>
          <p:cNvGrpSpPr/>
          <p:nvPr/>
        </p:nvGrpSpPr>
        <p:grpSpPr>
          <a:xfrm>
            <a:off x="-3412975" y="-4472092"/>
            <a:ext cx="13210499" cy="12385794"/>
            <a:chOff x="-3412975" y="-4472092"/>
            <a:chExt cx="13210499" cy="12385794"/>
          </a:xfrm>
        </p:grpSpPr>
        <p:grpSp>
          <p:nvGrpSpPr>
            <p:cNvPr id="76" name="Google Shape;76;p3"/>
            <p:cNvGrpSpPr/>
            <p:nvPr/>
          </p:nvGrpSpPr>
          <p:grpSpPr>
            <a:xfrm flipH="1">
              <a:off x="-445412" y="2770040"/>
              <a:ext cx="10242936" cy="5143661"/>
              <a:chOff x="871538" y="3179763"/>
              <a:chExt cx="7327898" cy="3679826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 rot="8999956" flipH="1">
              <a:off x="-2936352" y="-2905998"/>
              <a:ext cx="7299165" cy="3862303"/>
              <a:chOff x="2446338" y="-23812"/>
              <a:chExt cx="7299326" cy="3862388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3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3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3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" name="Google Shape;116;p3"/>
          <p:cNvGrpSpPr/>
          <p:nvPr/>
        </p:nvGrpSpPr>
        <p:grpSpPr>
          <a:xfrm>
            <a:off x="7684638" y="4340463"/>
            <a:ext cx="746125" cy="263525"/>
            <a:chOff x="4449763" y="4024313"/>
            <a:chExt cx="746125" cy="263525"/>
          </a:xfrm>
        </p:grpSpPr>
        <p:sp>
          <p:nvSpPr>
            <p:cNvPr id="117" name="Google Shape;117;p3"/>
            <p:cNvSpPr/>
            <p:nvPr/>
          </p:nvSpPr>
          <p:spPr>
            <a:xfrm>
              <a:off x="4449763" y="4024313"/>
              <a:ext cx="161925" cy="263525"/>
            </a:xfrm>
            <a:custGeom>
              <a:avLst/>
              <a:gdLst/>
              <a:ahLst/>
              <a:cxnLst/>
              <a:rect l="l" t="t" r="r" b="b"/>
              <a:pathLst>
                <a:path w="102" h="166" extrusionOk="0">
                  <a:moveTo>
                    <a:pt x="1" y="166"/>
                  </a:moveTo>
                  <a:lnTo>
                    <a:pt x="23" y="166"/>
                  </a:lnTo>
                  <a:lnTo>
                    <a:pt x="102" y="8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4619625" y="4024313"/>
              <a:ext cx="169863" cy="263525"/>
            </a:xfrm>
            <a:custGeom>
              <a:avLst/>
              <a:gdLst/>
              <a:ahLst/>
              <a:cxnLst/>
              <a:rect l="l" t="t" r="r" b="b"/>
              <a:pathLst>
                <a:path w="107" h="166" extrusionOk="0">
                  <a:moveTo>
                    <a:pt x="1" y="166"/>
                  </a:moveTo>
                  <a:lnTo>
                    <a:pt x="28" y="166"/>
                  </a:lnTo>
                  <a:lnTo>
                    <a:pt x="107" y="8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80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4795838" y="4024313"/>
              <a:ext cx="192088" cy="263525"/>
            </a:xfrm>
            <a:custGeom>
              <a:avLst/>
              <a:gdLst/>
              <a:ahLst/>
              <a:cxnLst/>
              <a:rect l="l" t="t" r="r" b="b"/>
              <a:pathLst>
                <a:path w="121" h="166" extrusionOk="0">
                  <a:moveTo>
                    <a:pt x="1" y="166"/>
                  </a:moveTo>
                  <a:lnTo>
                    <a:pt x="42" y="166"/>
                  </a:lnTo>
                  <a:lnTo>
                    <a:pt x="121" y="84"/>
                  </a:lnTo>
                  <a:lnTo>
                    <a:pt x="4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4994275" y="4024313"/>
              <a:ext cx="201613" cy="2635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-125832" y="539505"/>
            <a:ext cx="9633469" cy="2270146"/>
            <a:chOff x="-125832" y="539505"/>
            <a:chExt cx="9633469" cy="2270146"/>
          </a:xfrm>
        </p:grpSpPr>
        <p:sp>
          <p:nvSpPr>
            <p:cNvPr id="122" name="Google Shape;122;p3"/>
            <p:cNvSpPr/>
            <p:nvPr/>
          </p:nvSpPr>
          <p:spPr>
            <a:xfrm flipH="1">
              <a:off x="8430787" y="53950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125832" y="23338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713225" y="2274400"/>
            <a:ext cx="4383600" cy="14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05400"/>
            <a:ext cx="1332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720000" y="1063351"/>
            <a:ext cx="7704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9" name="Google Shape;129;p4"/>
          <p:cNvGrpSpPr/>
          <p:nvPr/>
        </p:nvGrpSpPr>
        <p:grpSpPr>
          <a:xfrm>
            <a:off x="-1237699" y="-2465626"/>
            <a:ext cx="13542273" cy="9977218"/>
            <a:chOff x="-1237699" y="-2465626"/>
            <a:chExt cx="13542273" cy="9977218"/>
          </a:xfrm>
        </p:grpSpPr>
        <p:grpSp>
          <p:nvGrpSpPr>
            <p:cNvPr id="130" name="Google Shape;130;p4"/>
            <p:cNvGrpSpPr/>
            <p:nvPr/>
          </p:nvGrpSpPr>
          <p:grpSpPr>
            <a:xfrm rot="-2966106">
              <a:off x="7219621" y="3536309"/>
              <a:ext cx="5005393" cy="2513542"/>
              <a:chOff x="871538" y="3179763"/>
              <a:chExt cx="7327898" cy="3679826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4"/>
            <p:cNvGrpSpPr/>
            <p:nvPr/>
          </p:nvGrpSpPr>
          <p:grpSpPr>
            <a:xfrm rot="-4570153">
              <a:off x="-1921827" y="-991726"/>
              <a:ext cx="5005731" cy="2513711"/>
              <a:chOff x="871538" y="3179763"/>
              <a:chExt cx="7327898" cy="3679826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8" name="Google Shape;168;p4"/>
          <p:cNvGrpSpPr/>
          <p:nvPr/>
        </p:nvGrpSpPr>
        <p:grpSpPr>
          <a:xfrm>
            <a:off x="408998" y="184059"/>
            <a:ext cx="8325990" cy="4824921"/>
            <a:chOff x="408998" y="184059"/>
            <a:chExt cx="8325990" cy="4824921"/>
          </a:xfrm>
        </p:grpSpPr>
        <p:grpSp>
          <p:nvGrpSpPr>
            <p:cNvPr id="169" name="Google Shape;169;p4"/>
            <p:cNvGrpSpPr/>
            <p:nvPr/>
          </p:nvGrpSpPr>
          <p:grpSpPr>
            <a:xfrm>
              <a:off x="8126548" y="184059"/>
              <a:ext cx="608440" cy="162121"/>
              <a:chOff x="4872038" y="3216275"/>
              <a:chExt cx="989013" cy="263525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4"/>
            <p:cNvGrpSpPr/>
            <p:nvPr/>
          </p:nvGrpSpPr>
          <p:grpSpPr>
            <a:xfrm flipH="1">
              <a:off x="408998" y="4846859"/>
              <a:ext cx="608440" cy="162121"/>
              <a:chOff x="4872038" y="3216275"/>
              <a:chExt cx="989013" cy="263525"/>
            </a:xfrm>
          </p:grpSpPr>
          <p:sp>
            <p:nvSpPr>
              <p:cNvPr id="177" name="Google Shape;177;p4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3" name="Google Shape;183;p4"/>
          <p:cNvGrpSpPr/>
          <p:nvPr/>
        </p:nvGrpSpPr>
        <p:grpSpPr>
          <a:xfrm>
            <a:off x="-298150" y="879951"/>
            <a:ext cx="9165981" cy="3781697"/>
            <a:chOff x="-298150" y="879951"/>
            <a:chExt cx="9165981" cy="3781697"/>
          </a:xfrm>
        </p:grpSpPr>
        <p:sp>
          <p:nvSpPr>
            <p:cNvPr id="184" name="Google Shape;184;p4"/>
            <p:cNvSpPr/>
            <p:nvPr/>
          </p:nvSpPr>
          <p:spPr>
            <a:xfrm>
              <a:off x="-298150" y="3624523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8503818" y="8799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5"/>
          <p:cNvSpPr txBox="1">
            <a:spLocks noGrp="1"/>
          </p:cNvSpPr>
          <p:nvPr>
            <p:ph type="subTitle" idx="1"/>
          </p:nvPr>
        </p:nvSpPr>
        <p:spPr>
          <a:xfrm>
            <a:off x="4904650" y="2935700"/>
            <a:ext cx="3072000" cy="14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5"/>
          <p:cNvSpPr txBox="1">
            <a:spLocks noGrp="1"/>
          </p:cNvSpPr>
          <p:nvPr>
            <p:ph type="subTitle" idx="2"/>
          </p:nvPr>
        </p:nvSpPr>
        <p:spPr>
          <a:xfrm>
            <a:off x="720000" y="2935700"/>
            <a:ext cx="3072000" cy="14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"/>
          <p:cNvSpPr txBox="1">
            <a:spLocks noGrp="1"/>
          </p:cNvSpPr>
          <p:nvPr>
            <p:ph type="subTitle" idx="3"/>
          </p:nvPr>
        </p:nvSpPr>
        <p:spPr>
          <a:xfrm>
            <a:off x="720000" y="2376900"/>
            <a:ext cx="307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1" name="Google Shape;191;p5"/>
          <p:cNvSpPr txBox="1">
            <a:spLocks noGrp="1"/>
          </p:cNvSpPr>
          <p:nvPr>
            <p:ph type="subTitle" idx="4"/>
          </p:nvPr>
        </p:nvSpPr>
        <p:spPr>
          <a:xfrm>
            <a:off x="4904651" y="2376900"/>
            <a:ext cx="307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92" name="Google Shape;192;p5"/>
          <p:cNvGrpSpPr/>
          <p:nvPr/>
        </p:nvGrpSpPr>
        <p:grpSpPr>
          <a:xfrm>
            <a:off x="-435162" y="-3930560"/>
            <a:ext cx="12450786" cy="13445386"/>
            <a:chOff x="-435162" y="-3930560"/>
            <a:chExt cx="12450786" cy="13445386"/>
          </a:xfrm>
        </p:grpSpPr>
        <p:grpSp>
          <p:nvGrpSpPr>
            <p:cNvPr id="193" name="Google Shape;193;p5"/>
            <p:cNvGrpSpPr/>
            <p:nvPr/>
          </p:nvGrpSpPr>
          <p:grpSpPr>
            <a:xfrm>
              <a:off x="1772688" y="-3930560"/>
              <a:ext cx="10242936" cy="5143661"/>
              <a:chOff x="871538" y="3179763"/>
              <a:chExt cx="7327898" cy="3679826"/>
            </a:xfrm>
          </p:grpSpPr>
          <p:sp>
            <p:nvSpPr>
              <p:cNvPr id="194" name="Google Shape;194;p5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5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5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5"/>
            <p:cNvGrpSpPr/>
            <p:nvPr/>
          </p:nvGrpSpPr>
          <p:grpSpPr>
            <a:xfrm>
              <a:off x="-435162" y="4371165"/>
              <a:ext cx="10242936" cy="5143661"/>
              <a:chOff x="871538" y="3179763"/>
              <a:chExt cx="7327898" cy="3679826"/>
            </a:xfrm>
          </p:grpSpPr>
          <p:sp>
            <p:nvSpPr>
              <p:cNvPr id="213" name="Google Shape;213;p5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5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5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5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5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1" name="Google Shape;231;p5"/>
          <p:cNvGrpSpPr/>
          <p:nvPr/>
        </p:nvGrpSpPr>
        <p:grpSpPr>
          <a:xfrm>
            <a:off x="408998" y="184059"/>
            <a:ext cx="8231783" cy="4759793"/>
            <a:chOff x="408998" y="184059"/>
            <a:chExt cx="8231783" cy="4759793"/>
          </a:xfrm>
        </p:grpSpPr>
        <p:grpSp>
          <p:nvGrpSpPr>
            <p:cNvPr id="232" name="Google Shape;232;p5"/>
            <p:cNvGrpSpPr/>
            <p:nvPr/>
          </p:nvGrpSpPr>
          <p:grpSpPr>
            <a:xfrm>
              <a:off x="8057834" y="4737959"/>
              <a:ext cx="582947" cy="205892"/>
              <a:chOff x="4449763" y="4024313"/>
              <a:chExt cx="746125" cy="263525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5"/>
            <p:cNvGrpSpPr/>
            <p:nvPr/>
          </p:nvGrpSpPr>
          <p:grpSpPr>
            <a:xfrm>
              <a:off x="408998" y="184059"/>
              <a:ext cx="608440" cy="162121"/>
              <a:chOff x="4872038" y="3216275"/>
              <a:chExt cx="989013" cy="263525"/>
            </a:xfrm>
          </p:grpSpPr>
          <p:sp>
            <p:nvSpPr>
              <p:cNvPr id="238" name="Google Shape;238;p5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4" name="Google Shape;244;p5"/>
          <p:cNvGrpSpPr/>
          <p:nvPr/>
        </p:nvGrpSpPr>
        <p:grpSpPr>
          <a:xfrm>
            <a:off x="-145750" y="3151676"/>
            <a:ext cx="9585081" cy="1037134"/>
            <a:chOff x="-145750" y="3151676"/>
            <a:chExt cx="9585081" cy="1037134"/>
          </a:xfrm>
        </p:grpSpPr>
        <p:sp>
          <p:nvSpPr>
            <p:cNvPr id="245" name="Google Shape;245;p5"/>
            <p:cNvSpPr/>
            <p:nvPr/>
          </p:nvSpPr>
          <p:spPr>
            <a:xfrm flipH="1">
              <a:off x="8645881" y="3151685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-145750" y="3151676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6"/>
          <p:cNvGrpSpPr/>
          <p:nvPr/>
        </p:nvGrpSpPr>
        <p:grpSpPr>
          <a:xfrm>
            <a:off x="-3826285" y="-3903710"/>
            <a:ext cx="16375309" cy="14519833"/>
            <a:chOff x="-3826285" y="-3903710"/>
            <a:chExt cx="16375309" cy="14519833"/>
          </a:xfrm>
        </p:grpSpPr>
        <p:grpSp>
          <p:nvGrpSpPr>
            <p:cNvPr id="250" name="Google Shape;250;p6"/>
            <p:cNvGrpSpPr/>
            <p:nvPr/>
          </p:nvGrpSpPr>
          <p:grpSpPr>
            <a:xfrm>
              <a:off x="2306088" y="-3903710"/>
              <a:ext cx="10242936" cy="5143661"/>
              <a:chOff x="871538" y="3179763"/>
              <a:chExt cx="7327898" cy="3679826"/>
            </a:xfrm>
          </p:grpSpPr>
          <p:sp>
            <p:nvSpPr>
              <p:cNvPr id="251" name="Google Shape;251;p6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6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6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6"/>
            <p:cNvGrpSpPr/>
            <p:nvPr/>
          </p:nvGrpSpPr>
          <p:grpSpPr>
            <a:xfrm rot="547806">
              <a:off x="-3483079" y="4692348"/>
              <a:ext cx="10243005" cy="5143695"/>
              <a:chOff x="871538" y="3179763"/>
              <a:chExt cx="7327898" cy="3679826"/>
            </a:xfrm>
          </p:grpSpPr>
          <p:sp>
            <p:nvSpPr>
              <p:cNvPr id="270" name="Google Shape;270;p6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6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6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6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6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6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6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6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8" name="Google Shape;288;p6"/>
          <p:cNvGrpSpPr/>
          <p:nvPr/>
        </p:nvGrpSpPr>
        <p:grpSpPr>
          <a:xfrm>
            <a:off x="408998" y="184059"/>
            <a:ext cx="8231783" cy="4759793"/>
            <a:chOff x="408998" y="184059"/>
            <a:chExt cx="8231783" cy="4759793"/>
          </a:xfrm>
        </p:grpSpPr>
        <p:grpSp>
          <p:nvGrpSpPr>
            <p:cNvPr id="289" name="Google Shape;289;p6"/>
            <p:cNvGrpSpPr/>
            <p:nvPr/>
          </p:nvGrpSpPr>
          <p:grpSpPr>
            <a:xfrm>
              <a:off x="8057834" y="4737959"/>
              <a:ext cx="582947" cy="205892"/>
              <a:chOff x="4449763" y="4024313"/>
              <a:chExt cx="746125" cy="263525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6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6"/>
            <p:cNvGrpSpPr/>
            <p:nvPr/>
          </p:nvGrpSpPr>
          <p:grpSpPr>
            <a:xfrm>
              <a:off x="408998" y="184059"/>
              <a:ext cx="608440" cy="162121"/>
              <a:chOff x="4872038" y="3216275"/>
              <a:chExt cx="989013" cy="263525"/>
            </a:xfrm>
          </p:grpSpPr>
          <p:sp>
            <p:nvSpPr>
              <p:cNvPr id="295" name="Google Shape;295;p6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6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1" name="Google Shape;301;p6"/>
          <p:cNvGrpSpPr/>
          <p:nvPr/>
        </p:nvGrpSpPr>
        <p:grpSpPr>
          <a:xfrm>
            <a:off x="-145750" y="3151676"/>
            <a:ext cx="9585081" cy="1037134"/>
            <a:chOff x="-145750" y="3151676"/>
            <a:chExt cx="9585081" cy="1037134"/>
          </a:xfrm>
        </p:grpSpPr>
        <p:sp>
          <p:nvSpPr>
            <p:cNvPr id="302" name="Google Shape;302;p6"/>
            <p:cNvSpPr/>
            <p:nvPr/>
          </p:nvSpPr>
          <p:spPr>
            <a:xfrm flipH="1">
              <a:off x="8645881" y="3151685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-145750" y="3151676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7"/>
          <p:cNvGrpSpPr/>
          <p:nvPr/>
        </p:nvGrpSpPr>
        <p:grpSpPr>
          <a:xfrm>
            <a:off x="-3856481" y="-2385889"/>
            <a:ext cx="12287255" cy="10127556"/>
            <a:chOff x="-3856481" y="-2385889"/>
            <a:chExt cx="12287255" cy="10127556"/>
          </a:xfrm>
        </p:grpSpPr>
        <p:grpSp>
          <p:nvGrpSpPr>
            <p:cNvPr id="306" name="Google Shape;306;p7"/>
            <p:cNvGrpSpPr/>
            <p:nvPr/>
          </p:nvGrpSpPr>
          <p:grpSpPr>
            <a:xfrm rot="-2966106">
              <a:off x="3345821" y="3766384"/>
              <a:ext cx="5005393" cy="2513542"/>
              <a:chOff x="871538" y="3179763"/>
              <a:chExt cx="7327898" cy="3679826"/>
            </a:xfrm>
          </p:grpSpPr>
          <p:sp>
            <p:nvSpPr>
              <p:cNvPr id="307" name="Google Shape;307;p7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7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7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7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7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7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7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7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7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7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7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7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7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7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7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p7"/>
            <p:cNvGrpSpPr/>
            <p:nvPr/>
          </p:nvGrpSpPr>
          <p:grpSpPr>
            <a:xfrm rot="8785296">
              <a:off x="-3579004" y="-1211375"/>
              <a:ext cx="5005591" cy="2513641"/>
              <a:chOff x="871538" y="3179763"/>
              <a:chExt cx="7327898" cy="3679826"/>
            </a:xfrm>
          </p:grpSpPr>
          <p:sp>
            <p:nvSpPr>
              <p:cNvPr id="326" name="Google Shape;326;p7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7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7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7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4" name="Google Shape;344;p7"/>
          <p:cNvGrpSpPr/>
          <p:nvPr/>
        </p:nvGrpSpPr>
        <p:grpSpPr>
          <a:xfrm>
            <a:off x="408998" y="184059"/>
            <a:ext cx="4902665" cy="4824921"/>
            <a:chOff x="408998" y="184059"/>
            <a:chExt cx="4902665" cy="4824921"/>
          </a:xfrm>
        </p:grpSpPr>
        <p:grpSp>
          <p:nvGrpSpPr>
            <p:cNvPr id="345" name="Google Shape;345;p7"/>
            <p:cNvGrpSpPr/>
            <p:nvPr/>
          </p:nvGrpSpPr>
          <p:grpSpPr>
            <a:xfrm flipH="1">
              <a:off x="4703223" y="184059"/>
              <a:ext cx="608440" cy="162121"/>
              <a:chOff x="4872038" y="3216275"/>
              <a:chExt cx="989013" cy="263525"/>
            </a:xfrm>
          </p:grpSpPr>
          <p:sp>
            <p:nvSpPr>
              <p:cNvPr id="346" name="Google Shape;346;p7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" name="Google Shape;352;p7"/>
            <p:cNvGrpSpPr/>
            <p:nvPr/>
          </p:nvGrpSpPr>
          <p:grpSpPr>
            <a:xfrm>
              <a:off x="408998" y="4846859"/>
              <a:ext cx="608440" cy="162121"/>
              <a:chOff x="4872038" y="3216275"/>
              <a:chExt cx="989013" cy="263525"/>
            </a:xfrm>
          </p:grpSpPr>
          <p:sp>
            <p:nvSpPr>
              <p:cNvPr id="353" name="Google Shape;353;p7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7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7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9" name="Google Shape;359;p7"/>
          <p:cNvSpPr/>
          <p:nvPr/>
        </p:nvSpPr>
        <p:spPr>
          <a:xfrm>
            <a:off x="-298150" y="3624523"/>
            <a:ext cx="793450" cy="1037125"/>
          </a:xfrm>
          <a:custGeom>
            <a:avLst/>
            <a:gdLst/>
            <a:ahLst/>
            <a:cxnLst/>
            <a:rect l="l" t="t" r="r" b="b"/>
            <a:pathLst>
              <a:path w="127" h="166" extrusionOk="0">
                <a:moveTo>
                  <a:pt x="1" y="166"/>
                </a:moveTo>
                <a:lnTo>
                  <a:pt x="47" y="166"/>
                </a:lnTo>
                <a:lnTo>
                  <a:pt x="127" y="84"/>
                </a:lnTo>
                <a:lnTo>
                  <a:pt x="46" y="0"/>
                </a:lnTo>
                <a:lnTo>
                  <a:pt x="0" y="0"/>
                </a:lnTo>
                <a:lnTo>
                  <a:pt x="0" y="0"/>
                </a:lnTo>
                <a:lnTo>
                  <a:pt x="81" y="84"/>
                </a:lnTo>
                <a:lnTo>
                  <a:pt x="1" y="16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 txBox="1">
            <a:spLocks noGrp="1"/>
          </p:cNvSpPr>
          <p:nvPr>
            <p:ph type="subTitle" idx="1"/>
          </p:nvPr>
        </p:nvSpPr>
        <p:spPr>
          <a:xfrm>
            <a:off x="713225" y="2001200"/>
            <a:ext cx="39900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990000" cy="10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7"/>
          <p:cNvSpPr>
            <a:spLocks noGrp="1"/>
          </p:cNvSpPr>
          <p:nvPr>
            <p:ph type="pic" idx="2"/>
          </p:nvPr>
        </p:nvSpPr>
        <p:spPr>
          <a:xfrm>
            <a:off x="5643775" y="0"/>
            <a:ext cx="3526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8"/>
          <p:cNvGrpSpPr/>
          <p:nvPr/>
        </p:nvGrpSpPr>
        <p:grpSpPr>
          <a:xfrm rot="10800000" flipH="1">
            <a:off x="-3564477" y="-1794513"/>
            <a:ext cx="15782917" cy="9889780"/>
            <a:chOff x="-3564477" y="-2956563"/>
            <a:chExt cx="15782917" cy="9889780"/>
          </a:xfrm>
        </p:grpSpPr>
        <p:grpSp>
          <p:nvGrpSpPr>
            <p:cNvPr id="365" name="Google Shape;365;p8"/>
            <p:cNvGrpSpPr/>
            <p:nvPr/>
          </p:nvGrpSpPr>
          <p:grpSpPr>
            <a:xfrm rot="10800000" flipH="1">
              <a:off x="2508242" y="1896435"/>
              <a:ext cx="9710198" cy="4876137"/>
              <a:chOff x="871538" y="3179763"/>
              <a:chExt cx="7327898" cy="3679826"/>
            </a:xfrm>
          </p:grpSpPr>
          <p:sp>
            <p:nvSpPr>
              <p:cNvPr id="366" name="Google Shape;366;p8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8"/>
            <p:cNvGrpSpPr/>
            <p:nvPr/>
          </p:nvGrpSpPr>
          <p:grpSpPr>
            <a:xfrm rot="10800000">
              <a:off x="2861163" y="-2956563"/>
              <a:ext cx="7299326" cy="3862388"/>
              <a:chOff x="2446338" y="-23812"/>
              <a:chExt cx="7299326" cy="3862388"/>
            </a:xfrm>
          </p:grpSpPr>
          <p:sp>
            <p:nvSpPr>
              <p:cNvPr id="385" name="Google Shape;385;p8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8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8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5" name="Google Shape;405;p8"/>
            <p:cNvGrpSpPr/>
            <p:nvPr/>
          </p:nvGrpSpPr>
          <p:grpSpPr>
            <a:xfrm rot="2966106" flipH="1">
              <a:off x="-3484917" y="2957934"/>
              <a:ext cx="5005393" cy="2513542"/>
              <a:chOff x="871538" y="3179763"/>
              <a:chExt cx="7327898" cy="3679826"/>
            </a:xfrm>
          </p:grpSpPr>
          <p:sp>
            <p:nvSpPr>
              <p:cNvPr id="406" name="Google Shape;406;p8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4" name="Google Shape;424;p8"/>
          <p:cNvGrpSpPr/>
          <p:nvPr/>
        </p:nvGrpSpPr>
        <p:grpSpPr>
          <a:xfrm rot="10800000" flipH="1">
            <a:off x="-439850" y="296804"/>
            <a:ext cx="9307682" cy="4841896"/>
            <a:chOff x="-439850" y="5"/>
            <a:chExt cx="9307682" cy="4841896"/>
          </a:xfrm>
        </p:grpSpPr>
        <p:sp>
          <p:nvSpPr>
            <p:cNvPr id="425" name="Google Shape;425;p8"/>
            <p:cNvSpPr/>
            <p:nvPr/>
          </p:nvSpPr>
          <p:spPr>
            <a:xfrm>
              <a:off x="-439850" y="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8503818" y="43661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" name="Google Shape;42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28" name="Google Shape;428;p8"/>
          <p:cNvGrpSpPr/>
          <p:nvPr/>
        </p:nvGrpSpPr>
        <p:grpSpPr>
          <a:xfrm>
            <a:off x="408998" y="184059"/>
            <a:ext cx="4902665" cy="4824921"/>
            <a:chOff x="408998" y="184059"/>
            <a:chExt cx="4902665" cy="4824921"/>
          </a:xfrm>
        </p:grpSpPr>
        <p:grpSp>
          <p:nvGrpSpPr>
            <p:cNvPr id="429" name="Google Shape;429;p8"/>
            <p:cNvGrpSpPr/>
            <p:nvPr/>
          </p:nvGrpSpPr>
          <p:grpSpPr>
            <a:xfrm flipH="1">
              <a:off x="4703223" y="184059"/>
              <a:ext cx="608440" cy="162121"/>
              <a:chOff x="4872038" y="3216275"/>
              <a:chExt cx="989013" cy="263525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6" name="Google Shape;436;p8"/>
            <p:cNvGrpSpPr/>
            <p:nvPr/>
          </p:nvGrpSpPr>
          <p:grpSpPr>
            <a:xfrm>
              <a:off x="408998" y="4846859"/>
              <a:ext cx="608440" cy="162121"/>
              <a:chOff x="4872038" y="3216275"/>
              <a:chExt cx="989013" cy="263525"/>
            </a:xfrm>
          </p:grpSpPr>
          <p:sp>
            <p:nvSpPr>
              <p:cNvPr id="437" name="Google Shape;437;p8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46" name="Google Shape;446;p9"/>
          <p:cNvGrpSpPr/>
          <p:nvPr/>
        </p:nvGrpSpPr>
        <p:grpSpPr>
          <a:xfrm flipH="1">
            <a:off x="-707875" y="-4472092"/>
            <a:ext cx="13210499" cy="12385794"/>
            <a:chOff x="-3412975" y="-4472092"/>
            <a:chExt cx="13210499" cy="12385794"/>
          </a:xfrm>
        </p:grpSpPr>
        <p:grpSp>
          <p:nvGrpSpPr>
            <p:cNvPr id="447" name="Google Shape;447;p9"/>
            <p:cNvGrpSpPr/>
            <p:nvPr/>
          </p:nvGrpSpPr>
          <p:grpSpPr>
            <a:xfrm flipH="1">
              <a:off x="-445412" y="2770040"/>
              <a:ext cx="10242936" cy="5143661"/>
              <a:chOff x="871538" y="3179763"/>
              <a:chExt cx="7327898" cy="3679826"/>
            </a:xfrm>
          </p:grpSpPr>
          <p:sp>
            <p:nvSpPr>
              <p:cNvPr id="448" name="Google Shape;448;p9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9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9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9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9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9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9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9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9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9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9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9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9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9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9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9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9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9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6" name="Google Shape;466;p9"/>
            <p:cNvGrpSpPr/>
            <p:nvPr/>
          </p:nvGrpSpPr>
          <p:grpSpPr>
            <a:xfrm rot="8999956" flipH="1">
              <a:off x="-2936352" y="-2905998"/>
              <a:ext cx="7299165" cy="3862303"/>
              <a:chOff x="2446338" y="-23812"/>
              <a:chExt cx="7299326" cy="3862388"/>
            </a:xfrm>
          </p:grpSpPr>
          <p:sp>
            <p:nvSpPr>
              <p:cNvPr id="467" name="Google Shape;467;p9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9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9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9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87" name="Google Shape;487;p9"/>
          <p:cNvGrpSpPr/>
          <p:nvPr/>
        </p:nvGrpSpPr>
        <p:grpSpPr>
          <a:xfrm flipH="1">
            <a:off x="658887" y="4340463"/>
            <a:ext cx="746125" cy="263525"/>
            <a:chOff x="4449763" y="4024313"/>
            <a:chExt cx="746125" cy="263525"/>
          </a:xfrm>
        </p:grpSpPr>
        <p:sp>
          <p:nvSpPr>
            <p:cNvPr id="488" name="Google Shape;488;p9"/>
            <p:cNvSpPr/>
            <p:nvPr/>
          </p:nvSpPr>
          <p:spPr>
            <a:xfrm>
              <a:off x="4449763" y="4024313"/>
              <a:ext cx="161925" cy="263525"/>
            </a:xfrm>
            <a:custGeom>
              <a:avLst/>
              <a:gdLst/>
              <a:ahLst/>
              <a:cxnLst/>
              <a:rect l="l" t="t" r="r" b="b"/>
              <a:pathLst>
                <a:path w="102" h="166" extrusionOk="0">
                  <a:moveTo>
                    <a:pt x="1" y="166"/>
                  </a:moveTo>
                  <a:lnTo>
                    <a:pt x="23" y="166"/>
                  </a:lnTo>
                  <a:lnTo>
                    <a:pt x="102" y="8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4619625" y="4024313"/>
              <a:ext cx="169863" cy="263525"/>
            </a:xfrm>
            <a:custGeom>
              <a:avLst/>
              <a:gdLst/>
              <a:ahLst/>
              <a:cxnLst/>
              <a:rect l="l" t="t" r="r" b="b"/>
              <a:pathLst>
                <a:path w="107" h="166" extrusionOk="0">
                  <a:moveTo>
                    <a:pt x="1" y="166"/>
                  </a:moveTo>
                  <a:lnTo>
                    <a:pt x="28" y="166"/>
                  </a:lnTo>
                  <a:lnTo>
                    <a:pt x="107" y="8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80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4795838" y="4024313"/>
              <a:ext cx="192088" cy="263525"/>
            </a:xfrm>
            <a:custGeom>
              <a:avLst/>
              <a:gdLst/>
              <a:ahLst/>
              <a:cxnLst/>
              <a:rect l="l" t="t" r="r" b="b"/>
              <a:pathLst>
                <a:path w="121" h="166" extrusionOk="0">
                  <a:moveTo>
                    <a:pt x="1" y="166"/>
                  </a:moveTo>
                  <a:lnTo>
                    <a:pt x="42" y="166"/>
                  </a:lnTo>
                  <a:lnTo>
                    <a:pt x="121" y="84"/>
                  </a:lnTo>
                  <a:lnTo>
                    <a:pt x="4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4994275" y="4024313"/>
              <a:ext cx="201613" cy="2635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9"/>
          <p:cNvGrpSpPr/>
          <p:nvPr/>
        </p:nvGrpSpPr>
        <p:grpSpPr>
          <a:xfrm flipH="1">
            <a:off x="-417988" y="539505"/>
            <a:ext cx="9633469" cy="2270146"/>
            <a:chOff x="-125832" y="539505"/>
            <a:chExt cx="9633469" cy="2270146"/>
          </a:xfrm>
        </p:grpSpPr>
        <p:sp>
          <p:nvSpPr>
            <p:cNvPr id="493" name="Google Shape;493;p9"/>
            <p:cNvSpPr/>
            <p:nvPr/>
          </p:nvSpPr>
          <p:spPr>
            <a:xfrm flipH="1">
              <a:off x="8430787" y="53950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-125832" y="23338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73250"/>
            <a:ext cx="6576000" cy="11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0" name="Google Shape;500;p11"/>
          <p:cNvSpPr txBox="1">
            <a:spLocks noGrp="1"/>
          </p:cNvSpPr>
          <p:nvPr>
            <p:ph type="subTitle" idx="1"/>
          </p:nvPr>
        </p:nvSpPr>
        <p:spPr>
          <a:xfrm>
            <a:off x="1284000" y="31066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01" name="Google Shape;501;p11"/>
          <p:cNvGrpSpPr/>
          <p:nvPr/>
        </p:nvGrpSpPr>
        <p:grpSpPr>
          <a:xfrm>
            <a:off x="-688825" y="-4472092"/>
            <a:ext cx="13210499" cy="13444444"/>
            <a:chOff x="-688825" y="-4472092"/>
            <a:chExt cx="13210499" cy="13444444"/>
          </a:xfrm>
        </p:grpSpPr>
        <p:grpSp>
          <p:nvGrpSpPr>
            <p:cNvPr id="502" name="Google Shape;502;p11"/>
            <p:cNvGrpSpPr/>
            <p:nvPr/>
          </p:nvGrpSpPr>
          <p:grpSpPr>
            <a:xfrm>
              <a:off x="-688825" y="3828690"/>
              <a:ext cx="10242936" cy="5143661"/>
              <a:chOff x="871538" y="3179763"/>
              <a:chExt cx="7327898" cy="3679826"/>
            </a:xfrm>
          </p:grpSpPr>
          <p:sp>
            <p:nvSpPr>
              <p:cNvPr id="503" name="Google Shape;503;p11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11"/>
            <p:cNvGrpSpPr/>
            <p:nvPr/>
          </p:nvGrpSpPr>
          <p:grpSpPr>
            <a:xfrm rot="-8999956">
              <a:off x="4745886" y="-2905998"/>
              <a:ext cx="7299165" cy="3862303"/>
              <a:chOff x="2446338" y="-23812"/>
              <a:chExt cx="7299326" cy="3862388"/>
            </a:xfrm>
          </p:grpSpPr>
          <p:sp>
            <p:nvSpPr>
              <p:cNvPr id="522" name="Google Shape;522;p11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1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1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1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1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2" name="Google Shape;542;p11"/>
          <p:cNvGrpSpPr/>
          <p:nvPr/>
        </p:nvGrpSpPr>
        <p:grpSpPr>
          <a:xfrm flipH="1">
            <a:off x="4926087" y="4472225"/>
            <a:ext cx="746125" cy="263525"/>
            <a:chOff x="4449763" y="4024313"/>
            <a:chExt cx="746125" cy="263525"/>
          </a:xfrm>
        </p:grpSpPr>
        <p:sp>
          <p:nvSpPr>
            <p:cNvPr id="543" name="Google Shape;543;p11"/>
            <p:cNvSpPr/>
            <p:nvPr/>
          </p:nvSpPr>
          <p:spPr>
            <a:xfrm>
              <a:off x="4449763" y="4024313"/>
              <a:ext cx="161925" cy="263525"/>
            </a:xfrm>
            <a:custGeom>
              <a:avLst/>
              <a:gdLst/>
              <a:ahLst/>
              <a:cxnLst/>
              <a:rect l="l" t="t" r="r" b="b"/>
              <a:pathLst>
                <a:path w="102" h="166" extrusionOk="0">
                  <a:moveTo>
                    <a:pt x="1" y="166"/>
                  </a:moveTo>
                  <a:lnTo>
                    <a:pt x="23" y="166"/>
                  </a:lnTo>
                  <a:lnTo>
                    <a:pt x="102" y="8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4619625" y="4024313"/>
              <a:ext cx="169863" cy="263525"/>
            </a:xfrm>
            <a:custGeom>
              <a:avLst/>
              <a:gdLst/>
              <a:ahLst/>
              <a:cxnLst/>
              <a:rect l="l" t="t" r="r" b="b"/>
              <a:pathLst>
                <a:path w="107" h="166" extrusionOk="0">
                  <a:moveTo>
                    <a:pt x="1" y="166"/>
                  </a:moveTo>
                  <a:lnTo>
                    <a:pt x="28" y="166"/>
                  </a:lnTo>
                  <a:lnTo>
                    <a:pt x="107" y="8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80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4795838" y="4024313"/>
              <a:ext cx="192088" cy="263525"/>
            </a:xfrm>
            <a:custGeom>
              <a:avLst/>
              <a:gdLst/>
              <a:ahLst/>
              <a:cxnLst/>
              <a:rect l="l" t="t" r="r" b="b"/>
              <a:pathLst>
                <a:path w="121" h="166" extrusionOk="0">
                  <a:moveTo>
                    <a:pt x="1" y="166"/>
                  </a:moveTo>
                  <a:lnTo>
                    <a:pt x="42" y="166"/>
                  </a:lnTo>
                  <a:lnTo>
                    <a:pt x="121" y="84"/>
                  </a:lnTo>
                  <a:lnTo>
                    <a:pt x="4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4994275" y="4024313"/>
              <a:ext cx="201613" cy="2635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" name="Google Shape;547;p11"/>
          <p:cNvGrpSpPr/>
          <p:nvPr/>
        </p:nvGrpSpPr>
        <p:grpSpPr>
          <a:xfrm>
            <a:off x="-398938" y="539505"/>
            <a:ext cx="9193719" cy="3289196"/>
            <a:chOff x="-398938" y="539505"/>
            <a:chExt cx="9193719" cy="3289196"/>
          </a:xfrm>
        </p:grpSpPr>
        <p:sp>
          <p:nvSpPr>
            <p:cNvPr id="548" name="Google Shape;548;p11"/>
            <p:cNvSpPr/>
            <p:nvPr/>
          </p:nvSpPr>
          <p:spPr>
            <a:xfrm>
              <a:off x="-398938" y="53950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1"/>
            <p:cNvSpPr/>
            <p:nvPr/>
          </p:nvSpPr>
          <p:spPr>
            <a:xfrm flipH="1">
              <a:off x="8430768" y="33529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31300"/>
            <a:ext cx="89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4" name="Google Shape;554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173971"/>
            <a:ext cx="89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5" name="Google Shape;555;p13"/>
          <p:cNvSpPr txBox="1">
            <a:spLocks noGrp="1"/>
          </p:cNvSpPr>
          <p:nvPr>
            <p:ph type="title" idx="4" hasCustomPrompt="1"/>
          </p:nvPr>
        </p:nvSpPr>
        <p:spPr>
          <a:xfrm>
            <a:off x="3457225" y="1531300"/>
            <a:ext cx="89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6" name="Google Shape;556;p13"/>
          <p:cNvSpPr txBox="1">
            <a:spLocks noGrp="1"/>
          </p:cNvSpPr>
          <p:nvPr>
            <p:ph type="title" idx="5" hasCustomPrompt="1"/>
          </p:nvPr>
        </p:nvSpPr>
        <p:spPr>
          <a:xfrm>
            <a:off x="3457225" y="3173971"/>
            <a:ext cx="89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7" name="Google Shape;557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531300"/>
            <a:ext cx="89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173971"/>
            <a:ext cx="899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1"/>
          </p:nvPr>
        </p:nvSpPr>
        <p:spPr>
          <a:xfrm>
            <a:off x="720000" y="1928475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subTitle" idx="8"/>
          </p:nvPr>
        </p:nvSpPr>
        <p:spPr>
          <a:xfrm>
            <a:off x="3457225" y="1928475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9"/>
          </p:nvPr>
        </p:nvSpPr>
        <p:spPr>
          <a:xfrm>
            <a:off x="6118550" y="1928475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13"/>
          </p:nvPr>
        </p:nvSpPr>
        <p:spPr>
          <a:xfrm>
            <a:off x="720000" y="3571100"/>
            <a:ext cx="23814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subTitle" idx="14"/>
          </p:nvPr>
        </p:nvSpPr>
        <p:spPr>
          <a:xfrm>
            <a:off x="3457225" y="3571100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4" name="Google Shape;564;p13"/>
          <p:cNvSpPr txBox="1">
            <a:spLocks noGrp="1"/>
          </p:cNvSpPr>
          <p:nvPr>
            <p:ph type="subTitle" idx="15"/>
          </p:nvPr>
        </p:nvSpPr>
        <p:spPr>
          <a:xfrm>
            <a:off x="6118550" y="3571100"/>
            <a:ext cx="2305500" cy="73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565" name="Google Shape;565;p13"/>
          <p:cNvGrpSpPr/>
          <p:nvPr/>
        </p:nvGrpSpPr>
        <p:grpSpPr>
          <a:xfrm>
            <a:off x="-1123179" y="-3374633"/>
            <a:ext cx="12388559" cy="10308788"/>
            <a:chOff x="-1123179" y="-3374633"/>
            <a:chExt cx="12388559" cy="10308788"/>
          </a:xfrm>
        </p:grpSpPr>
        <p:grpSp>
          <p:nvGrpSpPr>
            <p:cNvPr id="566" name="Google Shape;566;p13"/>
            <p:cNvGrpSpPr/>
            <p:nvPr/>
          </p:nvGrpSpPr>
          <p:grpSpPr>
            <a:xfrm rot="-5400000" flipH="1">
              <a:off x="-2369178" y="3174467"/>
              <a:ext cx="5005687" cy="2513689"/>
              <a:chOff x="871538" y="3179763"/>
              <a:chExt cx="7327898" cy="3679826"/>
            </a:xfrm>
          </p:grpSpPr>
          <p:sp>
            <p:nvSpPr>
              <p:cNvPr id="567" name="Google Shape;567;p13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3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13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3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3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13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3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13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13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3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13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5" name="Google Shape;585;p13"/>
            <p:cNvGrpSpPr/>
            <p:nvPr/>
          </p:nvGrpSpPr>
          <p:grpSpPr>
            <a:xfrm rot="-7505582">
              <a:off x="6295493" y="-1861104"/>
              <a:ext cx="5005456" cy="2513573"/>
              <a:chOff x="871538" y="3179763"/>
              <a:chExt cx="7327898" cy="3679826"/>
            </a:xfrm>
          </p:grpSpPr>
          <p:sp>
            <p:nvSpPr>
              <p:cNvPr id="586" name="Google Shape;586;p13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04" name="Google Shape;604;p13"/>
          <p:cNvGrpSpPr/>
          <p:nvPr/>
        </p:nvGrpSpPr>
        <p:grpSpPr>
          <a:xfrm>
            <a:off x="6600248" y="184059"/>
            <a:ext cx="2134740" cy="4824921"/>
            <a:chOff x="6600248" y="184059"/>
            <a:chExt cx="2134740" cy="4824921"/>
          </a:xfrm>
        </p:grpSpPr>
        <p:grpSp>
          <p:nvGrpSpPr>
            <p:cNvPr id="605" name="Google Shape;605;p13"/>
            <p:cNvGrpSpPr/>
            <p:nvPr/>
          </p:nvGrpSpPr>
          <p:grpSpPr>
            <a:xfrm>
              <a:off x="6600248" y="184059"/>
              <a:ext cx="608440" cy="162121"/>
              <a:chOff x="4872038" y="3216275"/>
              <a:chExt cx="989013" cy="263525"/>
            </a:xfrm>
          </p:grpSpPr>
          <p:sp>
            <p:nvSpPr>
              <p:cNvPr id="606" name="Google Shape;606;p13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2" name="Google Shape;612;p13"/>
            <p:cNvGrpSpPr/>
            <p:nvPr/>
          </p:nvGrpSpPr>
          <p:grpSpPr>
            <a:xfrm flipH="1">
              <a:off x="8126548" y="4846859"/>
              <a:ext cx="608440" cy="162121"/>
              <a:chOff x="4872038" y="3216275"/>
              <a:chExt cx="989013" cy="263525"/>
            </a:xfrm>
          </p:grpSpPr>
          <p:sp>
            <p:nvSpPr>
              <p:cNvPr id="613" name="Google Shape;613;p13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9" name="Google Shape;619;p13"/>
          <p:cNvGrpSpPr/>
          <p:nvPr/>
        </p:nvGrpSpPr>
        <p:grpSpPr>
          <a:xfrm>
            <a:off x="-298150" y="-19402"/>
            <a:ext cx="9165981" cy="3319603"/>
            <a:chOff x="-298150" y="-19402"/>
            <a:chExt cx="9165981" cy="3319603"/>
          </a:xfrm>
        </p:grpSpPr>
        <p:sp>
          <p:nvSpPr>
            <p:cNvPr id="620" name="Google Shape;620;p13"/>
            <p:cNvSpPr/>
            <p:nvPr/>
          </p:nvSpPr>
          <p:spPr>
            <a:xfrm>
              <a:off x="-298150" y="-19402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3"/>
            <p:cNvSpPr/>
            <p:nvPr/>
          </p:nvSpPr>
          <p:spPr>
            <a:xfrm>
              <a:off x="8503818" y="28244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4"/>
          <p:cNvSpPr txBox="1">
            <a:spLocks noGrp="1"/>
          </p:cNvSpPr>
          <p:nvPr>
            <p:ph type="title"/>
          </p:nvPr>
        </p:nvSpPr>
        <p:spPr>
          <a:xfrm>
            <a:off x="5235475" y="1774550"/>
            <a:ext cx="319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14"/>
          <p:cNvSpPr txBox="1">
            <a:spLocks noGrp="1"/>
          </p:cNvSpPr>
          <p:nvPr>
            <p:ph type="subTitle" idx="1"/>
          </p:nvPr>
        </p:nvSpPr>
        <p:spPr>
          <a:xfrm>
            <a:off x="5235475" y="2382575"/>
            <a:ext cx="3195300" cy="9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25" name="Google Shape;625;p14"/>
          <p:cNvGrpSpPr/>
          <p:nvPr/>
        </p:nvGrpSpPr>
        <p:grpSpPr>
          <a:xfrm>
            <a:off x="-3473187" y="-3619872"/>
            <a:ext cx="17664663" cy="12312024"/>
            <a:chOff x="-3473187" y="-3619872"/>
            <a:chExt cx="17664663" cy="12312024"/>
          </a:xfrm>
        </p:grpSpPr>
        <p:grpSp>
          <p:nvGrpSpPr>
            <p:cNvPr id="626" name="Google Shape;626;p14"/>
            <p:cNvGrpSpPr/>
            <p:nvPr/>
          </p:nvGrpSpPr>
          <p:grpSpPr>
            <a:xfrm rot="5400000">
              <a:off x="-6022825" y="-1070235"/>
              <a:ext cx="10242936" cy="5143661"/>
              <a:chOff x="871538" y="3179763"/>
              <a:chExt cx="7327898" cy="3679826"/>
            </a:xfrm>
          </p:grpSpPr>
          <p:sp>
            <p:nvSpPr>
              <p:cNvPr id="627" name="Google Shape;627;p14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5" name="Google Shape;645;p14"/>
            <p:cNvGrpSpPr/>
            <p:nvPr/>
          </p:nvGrpSpPr>
          <p:grpSpPr>
            <a:xfrm rot="-1829467">
              <a:off x="6417044" y="3245027"/>
              <a:ext cx="7299259" cy="3862352"/>
              <a:chOff x="2446338" y="-23812"/>
              <a:chExt cx="7299326" cy="3862388"/>
            </a:xfrm>
          </p:grpSpPr>
          <p:sp>
            <p:nvSpPr>
              <p:cNvPr id="646" name="Google Shape;646;p14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14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4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4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14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14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4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4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4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66" name="Google Shape;666;p14"/>
          <p:cNvGrpSpPr/>
          <p:nvPr/>
        </p:nvGrpSpPr>
        <p:grpSpPr>
          <a:xfrm>
            <a:off x="-398938" y="539501"/>
            <a:ext cx="9193719" cy="4064504"/>
            <a:chOff x="-398938" y="539501"/>
            <a:chExt cx="9193719" cy="4064504"/>
          </a:xfrm>
        </p:grpSpPr>
        <p:sp>
          <p:nvSpPr>
            <p:cNvPr id="667" name="Google Shape;667;p14"/>
            <p:cNvSpPr/>
            <p:nvPr/>
          </p:nvSpPr>
          <p:spPr>
            <a:xfrm>
              <a:off x="-398938" y="319645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4"/>
            <p:cNvSpPr/>
            <p:nvPr/>
          </p:nvSpPr>
          <p:spPr>
            <a:xfrm flipH="1">
              <a:off x="8430768" y="5395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14"/>
          <p:cNvGrpSpPr/>
          <p:nvPr/>
        </p:nvGrpSpPr>
        <p:grpSpPr>
          <a:xfrm>
            <a:off x="4280562" y="461847"/>
            <a:ext cx="1537828" cy="4273904"/>
            <a:chOff x="4280562" y="461847"/>
            <a:chExt cx="1537828" cy="4273904"/>
          </a:xfrm>
        </p:grpSpPr>
        <p:grpSp>
          <p:nvGrpSpPr>
            <p:cNvPr id="670" name="Google Shape;670;p14"/>
            <p:cNvGrpSpPr/>
            <p:nvPr/>
          </p:nvGrpSpPr>
          <p:grpSpPr>
            <a:xfrm flipH="1">
              <a:off x="5235466" y="461847"/>
              <a:ext cx="582924" cy="155322"/>
              <a:chOff x="4872038" y="3216275"/>
              <a:chExt cx="989013" cy="263525"/>
            </a:xfrm>
          </p:grpSpPr>
          <p:sp>
            <p:nvSpPr>
              <p:cNvPr id="671" name="Google Shape;671;p14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4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7" name="Google Shape;677;p14"/>
            <p:cNvGrpSpPr/>
            <p:nvPr/>
          </p:nvGrpSpPr>
          <p:grpSpPr>
            <a:xfrm flipH="1">
              <a:off x="4280562" y="4472225"/>
              <a:ext cx="746125" cy="263525"/>
              <a:chOff x="4449763" y="4024313"/>
              <a:chExt cx="746125" cy="263525"/>
            </a:xfrm>
          </p:grpSpPr>
          <p:sp>
            <p:nvSpPr>
              <p:cNvPr id="678" name="Google Shape;678;p14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15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13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85" name="Google Shape;685;p15"/>
          <p:cNvGrpSpPr/>
          <p:nvPr/>
        </p:nvGrpSpPr>
        <p:grpSpPr>
          <a:xfrm>
            <a:off x="-4303236" y="-4670542"/>
            <a:ext cx="14222322" cy="14418194"/>
            <a:chOff x="-4303236" y="-4670542"/>
            <a:chExt cx="14222322" cy="14418194"/>
          </a:xfrm>
        </p:grpSpPr>
        <p:grpSp>
          <p:nvGrpSpPr>
            <p:cNvPr id="686" name="Google Shape;686;p15"/>
            <p:cNvGrpSpPr/>
            <p:nvPr/>
          </p:nvGrpSpPr>
          <p:grpSpPr>
            <a:xfrm flipH="1">
              <a:off x="-323850" y="4603990"/>
              <a:ext cx="10242936" cy="5143661"/>
              <a:chOff x="871538" y="3179763"/>
              <a:chExt cx="7327898" cy="3679826"/>
            </a:xfrm>
          </p:grpSpPr>
          <p:sp>
            <p:nvSpPr>
              <p:cNvPr id="687" name="Google Shape;687;p15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15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5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5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5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5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15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5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5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15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15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5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5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5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5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15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15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5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5" name="Google Shape;705;p15"/>
            <p:cNvGrpSpPr/>
            <p:nvPr/>
          </p:nvGrpSpPr>
          <p:grpSpPr>
            <a:xfrm rot="8999956" flipH="1">
              <a:off x="-3826614" y="-3104448"/>
              <a:ext cx="7299165" cy="3862303"/>
              <a:chOff x="2446338" y="-23812"/>
              <a:chExt cx="7299326" cy="3862388"/>
            </a:xfrm>
          </p:grpSpPr>
          <p:sp>
            <p:nvSpPr>
              <p:cNvPr id="706" name="Google Shape;706;p15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5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6" name="Google Shape;726;p15"/>
          <p:cNvGrpSpPr/>
          <p:nvPr/>
        </p:nvGrpSpPr>
        <p:grpSpPr>
          <a:xfrm>
            <a:off x="408998" y="184059"/>
            <a:ext cx="8325990" cy="4824921"/>
            <a:chOff x="408998" y="184059"/>
            <a:chExt cx="8325990" cy="4824921"/>
          </a:xfrm>
        </p:grpSpPr>
        <p:grpSp>
          <p:nvGrpSpPr>
            <p:cNvPr id="727" name="Google Shape;727;p15"/>
            <p:cNvGrpSpPr/>
            <p:nvPr/>
          </p:nvGrpSpPr>
          <p:grpSpPr>
            <a:xfrm>
              <a:off x="8126548" y="184059"/>
              <a:ext cx="608440" cy="162121"/>
              <a:chOff x="4872038" y="3216275"/>
              <a:chExt cx="989013" cy="263525"/>
            </a:xfrm>
          </p:grpSpPr>
          <p:sp>
            <p:nvSpPr>
              <p:cNvPr id="728" name="Google Shape;728;p15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15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4" name="Google Shape;734;p15"/>
            <p:cNvGrpSpPr/>
            <p:nvPr/>
          </p:nvGrpSpPr>
          <p:grpSpPr>
            <a:xfrm flipH="1">
              <a:off x="408998" y="4846859"/>
              <a:ext cx="608440" cy="162121"/>
              <a:chOff x="4872038" y="3216275"/>
              <a:chExt cx="989013" cy="263525"/>
            </a:xfrm>
          </p:grpSpPr>
          <p:sp>
            <p:nvSpPr>
              <p:cNvPr id="735" name="Google Shape;735;p15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15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15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15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15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15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41" name="Google Shape;741;p15"/>
          <p:cNvGrpSpPr/>
          <p:nvPr/>
        </p:nvGrpSpPr>
        <p:grpSpPr>
          <a:xfrm>
            <a:off x="-298150" y="879951"/>
            <a:ext cx="9165981" cy="3781697"/>
            <a:chOff x="-298150" y="879951"/>
            <a:chExt cx="9165981" cy="3781697"/>
          </a:xfrm>
        </p:grpSpPr>
        <p:sp>
          <p:nvSpPr>
            <p:cNvPr id="742" name="Google Shape;742;p15"/>
            <p:cNvSpPr/>
            <p:nvPr/>
          </p:nvSpPr>
          <p:spPr>
            <a:xfrm>
              <a:off x="-298150" y="3624523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8503818" y="8799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16"/>
          <p:cNvGrpSpPr/>
          <p:nvPr/>
        </p:nvGrpSpPr>
        <p:grpSpPr>
          <a:xfrm>
            <a:off x="-3739887" y="-4390097"/>
            <a:ext cx="17931363" cy="13082249"/>
            <a:chOff x="-3739887" y="-4390097"/>
            <a:chExt cx="17931363" cy="13082249"/>
          </a:xfrm>
        </p:grpSpPr>
        <p:grpSp>
          <p:nvGrpSpPr>
            <p:cNvPr id="746" name="Google Shape;746;p16"/>
            <p:cNvGrpSpPr/>
            <p:nvPr/>
          </p:nvGrpSpPr>
          <p:grpSpPr>
            <a:xfrm rot="5400000">
              <a:off x="-6289525" y="-1840460"/>
              <a:ext cx="10242936" cy="5143661"/>
              <a:chOff x="871538" y="3179763"/>
              <a:chExt cx="7327898" cy="3679826"/>
            </a:xfrm>
          </p:grpSpPr>
          <p:sp>
            <p:nvSpPr>
              <p:cNvPr id="747" name="Google Shape;747;p16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5" name="Google Shape;765;p16"/>
            <p:cNvGrpSpPr/>
            <p:nvPr/>
          </p:nvGrpSpPr>
          <p:grpSpPr>
            <a:xfrm rot="-1829467">
              <a:off x="6417044" y="3245027"/>
              <a:ext cx="7299259" cy="3862352"/>
              <a:chOff x="2446338" y="-23812"/>
              <a:chExt cx="7299326" cy="3862388"/>
            </a:xfrm>
          </p:grpSpPr>
          <p:sp>
            <p:nvSpPr>
              <p:cNvPr id="766" name="Google Shape;766;p16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16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16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16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16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16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16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16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16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16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16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16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16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16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16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16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86" name="Google Shape;78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7" name="Google Shape;787;p1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21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788" name="Google Shape;788;p16"/>
          <p:cNvGrpSpPr/>
          <p:nvPr/>
        </p:nvGrpSpPr>
        <p:grpSpPr>
          <a:xfrm>
            <a:off x="3504623" y="184059"/>
            <a:ext cx="2134740" cy="4824921"/>
            <a:chOff x="6600248" y="184059"/>
            <a:chExt cx="2134740" cy="4824921"/>
          </a:xfrm>
        </p:grpSpPr>
        <p:grpSp>
          <p:nvGrpSpPr>
            <p:cNvPr id="789" name="Google Shape;789;p16"/>
            <p:cNvGrpSpPr/>
            <p:nvPr/>
          </p:nvGrpSpPr>
          <p:grpSpPr>
            <a:xfrm>
              <a:off x="6600248" y="184059"/>
              <a:ext cx="608440" cy="162121"/>
              <a:chOff x="4872038" y="3216275"/>
              <a:chExt cx="989013" cy="263525"/>
            </a:xfrm>
          </p:grpSpPr>
          <p:sp>
            <p:nvSpPr>
              <p:cNvPr id="790" name="Google Shape;790;p16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16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16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16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16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16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6" name="Google Shape;796;p16"/>
            <p:cNvGrpSpPr/>
            <p:nvPr/>
          </p:nvGrpSpPr>
          <p:grpSpPr>
            <a:xfrm flipH="1">
              <a:off x="8126548" y="4846859"/>
              <a:ext cx="608440" cy="162121"/>
              <a:chOff x="4872038" y="3216275"/>
              <a:chExt cx="989013" cy="263525"/>
            </a:xfrm>
          </p:grpSpPr>
          <p:sp>
            <p:nvSpPr>
              <p:cNvPr id="797" name="Google Shape;797;p16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16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16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16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16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16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3" name="Google Shape;803;p16"/>
          <p:cNvGrpSpPr/>
          <p:nvPr/>
        </p:nvGrpSpPr>
        <p:grpSpPr>
          <a:xfrm>
            <a:off x="-145750" y="539510"/>
            <a:ext cx="9585081" cy="3087966"/>
            <a:chOff x="-145750" y="539510"/>
            <a:chExt cx="9585081" cy="3087966"/>
          </a:xfrm>
        </p:grpSpPr>
        <p:sp>
          <p:nvSpPr>
            <p:cNvPr id="804" name="Google Shape;804;p16"/>
            <p:cNvSpPr/>
            <p:nvPr/>
          </p:nvSpPr>
          <p:spPr>
            <a:xfrm flipH="1">
              <a:off x="8645881" y="539510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-145750" y="3151676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17"/>
          <p:cNvSpPr txBox="1">
            <a:spLocks noGrp="1"/>
          </p:cNvSpPr>
          <p:nvPr>
            <p:ph type="subTitle" idx="1"/>
          </p:nvPr>
        </p:nvSpPr>
        <p:spPr>
          <a:xfrm>
            <a:off x="713225" y="2935700"/>
            <a:ext cx="2343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17"/>
          <p:cNvSpPr txBox="1">
            <a:spLocks noGrp="1"/>
          </p:cNvSpPr>
          <p:nvPr>
            <p:ph type="subTitle" idx="2"/>
          </p:nvPr>
        </p:nvSpPr>
        <p:spPr>
          <a:xfrm>
            <a:off x="3400198" y="2935700"/>
            <a:ext cx="2343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810;p17"/>
          <p:cNvSpPr txBox="1">
            <a:spLocks noGrp="1"/>
          </p:cNvSpPr>
          <p:nvPr>
            <p:ph type="subTitle" idx="3"/>
          </p:nvPr>
        </p:nvSpPr>
        <p:spPr>
          <a:xfrm>
            <a:off x="6080400" y="2935700"/>
            <a:ext cx="2343600" cy="16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11" name="Google Shape;811;p17"/>
          <p:cNvSpPr txBox="1">
            <a:spLocks noGrp="1"/>
          </p:cNvSpPr>
          <p:nvPr>
            <p:ph type="subTitle" idx="4"/>
          </p:nvPr>
        </p:nvSpPr>
        <p:spPr>
          <a:xfrm>
            <a:off x="713225" y="2179800"/>
            <a:ext cx="23436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2" name="Google Shape;812;p17"/>
          <p:cNvSpPr txBox="1">
            <a:spLocks noGrp="1"/>
          </p:cNvSpPr>
          <p:nvPr>
            <p:ph type="subTitle" idx="5"/>
          </p:nvPr>
        </p:nvSpPr>
        <p:spPr>
          <a:xfrm>
            <a:off x="3400202" y="2179800"/>
            <a:ext cx="23436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3" name="Google Shape;813;p17"/>
          <p:cNvSpPr txBox="1">
            <a:spLocks noGrp="1"/>
          </p:cNvSpPr>
          <p:nvPr>
            <p:ph type="subTitle" idx="6"/>
          </p:nvPr>
        </p:nvSpPr>
        <p:spPr>
          <a:xfrm>
            <a:off x="6080400" y="2179800"/>
            <a:ext cx="23436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14" name="Google Shape;814;p17"/>
          <p:cNvGrpSpPr/>
          <p:nvPr/>
        </p:nvGrpSpPr>
        <p:grpSpPr>
          <a:xfrm>
            <a:off x="-1123179" y="-3374633"/>
            <a:ext cx="12388559" cy="10308788"/>
            <a:chOff x="-1123179" y="-3374633"/>
            <a:chExt cx="12388559" cy="10308788"/>
          </a:xfrm>
        </p:grpSpPr>
        <p:grpSp>
          <p:nvGrpSpPr>
            <p:cNvPr id="815" name="Google Shape;815;p17"/>
            <p:cNvGrpSpPr/>
            <p:nvPr/>
          </p:nvGrpSpPr>
          <p:grpSpPr>
            <a:xfrm rot="-5400000" flipH="1">
              <a:off x="-2369178" y="3174467"/>
              <a:ext cx="5005687" cy="2513689"/>
              <a:chOff x="871538" y="3179763"/>
              <a:chExt cx="7327898" cy="3679826"/>
            </a:xfrm>
          </p:grpSpPr>
          <p:sp>
            <p:nvSpPr>
              <p:cNvPr id="816" name="Google Shape;816;p17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17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4" name="Google Shape;834;p17"/>
            <p:cNvGrpSpPr/>
            <p:nvPr/>
          </p:nvGrpSpPr>
          <p:grpSpPr>
            <a:xfrm rot="-7505582">
              <a:off x="6295493" y="-1861104"/>
              <a:ext cx="5005456" cy="2513573"/>
              <a:chOff x="871538" y="3179763"/>
              <a:chExt cx="7327898" cy="3679826"/>
            </a:xfrm>
          </p:grpSpPr>
          <p:sp>
            <p:nvSpPr>
              <p:cNvPr id="835" name="Google Shape;835;p17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17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17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17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17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17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53" name="Google Shape;853;p17"/>
          <p:cNvGrpSpPr/>
          <p:nvPr/>
        </p:nvGrpSpPr>
        <p:grpSpPr>
          <a:xfrm>
            <a:off x="6600248" y="184059"/>
            <a:ext cx="2134740" cy="4824921"/>
            <a:chOff x="6600248" y="184059"/>
            <a:chExt cx="2134740" cy="4824921"/>
          </a:xfrm>
        </p:grpSpPr>
        <p:grpSp>
          <p:nvGrpSpPr>
            <p:cNvPr id="854" name="Google Shape;854;p17"/>
            <p:cNvGrpSpPr/>
            <p:nvPr/>
          </p:nvGrpSpPr>
          <p:grpSpPr>
            <a:xfrm>
              <a:off x="6600248" y="184059"/>
              <a:ext cx="608440" cy="162121"/>
              <a:chOff x="4872038" y="3216275"/>
              <a:chExt cx="989013" cy="263525"/>
            </a:xfrm>
          </p:grpSpPr>
          <p:sp>
            <p:nvSpPr>
              <p:cNvPr id="855" name="Google Shape;855;p17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17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17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17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17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17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1" name="Google Shape;861;p17"/>
            <p:cNvGrpSpPr/>
            <p:nvPr/>
          </p:nvGrpSpPr>
          <p:grpSpPr>
            <a:xfrm flipH="1">
              <a:off x="8126548" y="4846859"/>
              <a:ext cx="608440" cy="162121"/>
              <a:chOff x="4872038" y="3216275"/>
              <a:chExt cx="989013" cy="263525"/>
            </a:xfrm>
          </p:grpSpPr>
          <p:sp>
            <p:nvSpPr>
              <p:cNvPr id="862" name="Google Shape;862;p17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17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17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17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17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17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68" name="Google Shape;868;p17"/>
          <p:cNvGrpSpPr/>
          <p:nvPr/>
        </p:nvGrpSpPr>
        <p:grpSpPr>
          <a:xfrm>
            <a:off x="-298150" y="-19402"/>
            <a:ext cx="9165981" cy="3319603"/>
            <a:chOff x="-298150" y="-19402"/>
            <a:chExt cx="9165981" cy="3319603"/>
          </a:xfrm>
        </p:grpSpPr>
        <p:sp>
          <p:nvSpPr>
            <p:cNvPr id="869" name="Google Shape;869;p17"/>
            <p:cNvSpPr/>
            <p:nvPr/>
          </p:nvSpPr>
          <p:spPr>
            <a:xfrm>
              <a:off x="-298150" y="-19402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8503818" y="28244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18"/>
          <p:cNvSpPr txBox="1">
            <a:spLocks noGrp="1"/>
          </p:cNvSpPr>
          <p:nvPr>
            <p:ph type="subTitle" idx="1"/>
          </p:nvPr>
        </p:nvSpPr>
        <p:spPr>
          <a:xfrm>
            <a:off x="720125" y="1935550"/>
            <a:ext cx="3362700" cy="9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18"/>
          <p:cNvSpPr txBox="1">
            <a:spLocks noGrp="1"/>
          </p:cNvSpPr>
          <p:nvPr>
            <p:ph type="subTitle" idx="2"/>
          </p:nvPr>
        </p:nvSpPr>
        <p:spPr>
          <a:xfrm>
            <a:off x="5061177" y="1935550"/>
            <a:ext cx="3362700" cy="9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18"/>
          <p:cNvSpPr txBox="1">
            <a:spLocks noGrp="1"/>
          </p:cNvSpPr>
          <p:nvPr>
            <p:ph type="subTitle" idx="3"/>
          </p:nvPr>
        </p:nvSpPr>
        <p:spPr>
          <a:xfrm>
            <a:off x="720125" y="3420325"/>
            <a:ext cx="3362700" cy="9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18"/>
          <p:cNvSpPr txBox="1">
            <a:spLocks noGrp="1"/>
          </p:cNvSpPr>
          <p:nvPr>
            <p:ph type="subTitle" idx="4"/>
          </p:nvPr>
        </p:nvSpPr>
        <p:spPr>
          <a:xfrm>
            <a:off x="5061177" y="3420325"/>
            <a:ext cx="3362700" cy="9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18"/>
          <p:cNvSpPr txBox="1">
            <a:spLocks noGrp="1"/>
          </p:cNvSpPr>
          <p:nvPr>
            <p:ph type="subTitle" idx="5"/>
          </p:nvPr>
        </p:nvSpPr>
        <p:spPr>
          <a:xfrm>
            <a:off x="720125" y="1376750"/>
            <a:ext cx="3362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8" name="Google Shape;878;p18"/>
          <p:cNvSpPr txBox="1">
            <a:spLocks noGrp="1"/>
          </p:cNvSpPr>
          <p:nvPr>
            <p:ph type="subTitle" idx="6"/>
          </p:nvPr>
        </p:nvSpPr>
        <p:spPr>
          <a:xfrm>
            <a:off x="720125" y="2861525"/>
            <a:ext cx="3362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9" name="Google Shape;879;p18"/>
          <p:cNvSpPr txBox="1">
            <a:spLocks noGrp="1"/>
          </p:cNvSpPr>
          <p:nvPr>
            <p:ph type="subTitle" idx="7"/>
          </p:nvPr>
        </p:nvSpPr>
        <p:spPr>
          <a:xfrm>
            <a:off x="5061149" y="1376750"/>
            <a:ext cx="3362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subTitle" idx="8"/>
          </p:nvPr>
        </p:nvSpPr>
        <p:spPr>
          <a:xfrm>
            <a:off x="5061149" y="2861525"/>
            <a:ext cx="3362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81" name="Google Shape;881;p18"/>
          <p:cNvGrpSpPr/>
          <p:nvPr/>
        </p:nvGrpSpPr>
        <p:grpSpPr>
          <a:xfrm>
            <a:off x="-1237699" y="-2465626"/>
            <a:ext cx="13542273" cy="9977218"/>
            <a:chOff x="-1237699" y="-2465626"/>
            <a:chExt cx="13542273" cy="9977218"/>
          </a:xfrm>
        </p:grpSpPr>
        <p:grpSp>
          <p:nvGrpSpPr>
            <p:cNvPr id="882" name="Google Shape;882;p18"/>
            <p:cNvGrpSpPr/>
            <p:nvPr/>
          </p:nvGrpSpPr>
          <p:grpSpPr>
            <a:xfrm rot="-2966106">
              <a:off x="7219621" y="3536309"/>
              <a:ext cx="5005393" cy="2513542"/>
              <a:chOff x="871538" y="3179763"/>
              <a:chExt cx="7327898" cy="3679826"/>
            </a:xfrm>
          </p:grpSpPr>
          <p:sp>
            <p:nvSpPr>
              <p:cNvPr id="883" name="Google Shape;883;p18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18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18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18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18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18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18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18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18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18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18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18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18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18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18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18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18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1" name="Google Shape;901;p18"/>
            <p:cNvGrpSpPr/>
            <p:nvPr/>
          </p:nvGrpSpPr>
          <p:grpSpPr>
            <a:xfrm rot="-4570153">
              <a:off x="-1921827" y="-991726"/>
              <a:ext cx="5005731" cy="2513711"/>
              <a:chOff x="871538" y="3179763"/>
              <a:chExt cx="7327898" cy="3679826"/>
            </a:xfrm>
          </p:grpSpPr>
          <p:sp>
            <p:nvSpPr>
              <p:cNvPr id="902" name="Google Shape;902;p18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18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18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18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18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18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18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18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18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18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18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18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18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18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18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18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18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18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20" name="Google Shape;920;p18"/>
          <p:cNvGrpSpPr/>
          <p:nvPr/>
        </p:nvGrpSpPr>
        <p:grpSpPr>
          <a:xfrm>
            <a:off x="408998" y="184059"/>
            <a:ext cx="8325990" cy="4824921"/>
            <a:chOff x="408998" y="184059"/>
            <a:chExt cx="8325990" cy="4824921"/>
          </a:xfrm>
        </p:grpSpPr>
        <p:grpSp>
          <p:nvGrpSpPr>
            <p:cNvPr id="921" name="Google Shape;921;p18"/>
            <p:cNvGrpSpPr/>
            <p:nvPr/>
          </p:nvGrpSpPr>
          <p:grpSpPr>
            <a:xfrm>
              <a:off x="8126548" y="184059"/>
              <a:ext cx="608440" cy="162121"/>
              <a:chOff x="4872038" y="3216275"/>
              <a:chExt cx="989013" cy="263525"/>
            </a:xfrm>
          </p:grpSpPr>
          <p:sp>
            <p:nvSpPr>
              <p:cNvPr id="922" name="Google Shape;922;p18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18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18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18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18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18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8" name="Google Shape;928;p18"/>
            <p:cNvGrpSpPr/>
            <p:nvPr/>
          </p:nvGrpSpPr>
          <p:grpSpPr>
            <a:xfrm flipH="1">
              <a:off x="408998" y="4846859"/>
              <a:ext cx="608440" cy="162121"/>
              <a:chOff x="4872038" y="3216275"/>
              <a:chExt cx="989013" cy="263525"/>
            </a:xfrm>
          </p:grpSpPr>
          <p:sp>
            <p:nvSpPr>
              <p:cNvPr id="929" name="Google Shape;929;p18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18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18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18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18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18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35" name="Google Shape;935;p18"/>
          <p:cNvGrpSpPr/>
          <p:nvPr/>
        </p:nvGrpSpPr>
        <p:grpSpPr>
          <a:xfrm>
            <a:off x="-298150" y="879951"/>
            <a:ext cx="9165981" cy="3781697"/>
            <a:chOff x="-298150" y="879951"/>
            <a:chExt cx="9165981" cy="3781697"/>
          </a:xfrm>
        </p:grpSpPr>
        <p:sp>
          <p:nvSpPr>
            <p:cNvPr id="936" name="Google Shape;936;p18"/>
            <p:cNvSpPr/>
            <p:nvPr/>
          </p:nvSpPr>
          <p:spPr>
            <a:xfrm>
              <a:off x="-298150" y="3624523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8503818" y="8799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19"/>
          <p:cNvSpPr txBox="1">
            <a:spLocks noGrp="1"/>
          </p:cNvSpPr>
          <p:nvPr>
            <p:ph type="subTitle" idx="1"/>
          </p:nvPr>
        </p:nvSpPr>
        <p:spPr>
          <a:xfrm>
            <a:off x="720000" y="1757838"/>
            <a:ext cx="2548800" cy="105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19"/>
          <p:cNvSpPr txBox="1">
            <a:spLocks noGrp="1"/>
          </p:cNvSpPr>
          <p:nvPr>
            <p:ph type="subTitle" idx="2"/>
          </p:nvPr>
        </p:nvSpPr>
        <p:spPr>
          <a:xfrm>
            <a:off x="3297450" y="1757838"/>
            <a:ext cx="2549100" cy="105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2" name="Google Shape;942;p19"/>
          <p:cNvSpPr txBox="1">
            <a:spLocks noGrp="1"/>
          </p:cNvSpPr>
          <p:nvPr>
            <p:ph type="subTitle" idx="3"/>
          </p:nvPr>
        </p:nvSpPr>
        <p:spPr>
          <a:xfrm>
            <a:off x="720000" y="3550950"/>
            <a:ext cx="2548800" cy="105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3" name="Google Shape;943;p19"/>
          <p:cNvSpPr txBox="1">
            <a:spLocks noGrp="1"/>
          </p:cNvSpPr>
          <p:nvPr>
            <p:ph type="subTitle" idx="4"/>
          </p:nvPr>
        </p:nvSpPr>
        <p:spPr>
          <a:xfrm>
            <a:off x="3297450" y="3550950"/>
            <a:ext cx="2549100" cy="105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4" name="Google Shape;944;p19"/>
          <p:cNvSpPr txBox="1">
            <a:spLocks noGrp="1"/>
          </p:cNvSpPr>
          <p:nvPr>
            <p:ph type="subTitle" idx="5"/>
          </p:nvPr>
        </p:nvSpPr>
        <p:spPr>
          <a:xfrm>
            <a:off x="5876875" y="1757837"/>
            <a:ext cx="2553900" cy="105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19"/>
          <p:cNvSpPr txBox="1">
            <a:spLocks noGrp="1"/>
          </p:cNvSpPr>
          <p:nvPr>
            <p:ph type="subTitle" idx="6"/>
          </p:nvPr>
        </p:nvSpPr>
        <p:spPr>
          <a:xfrm>
            <a:off x="5876875" y="3550950"/>
            <a:ext cx="2553900" cy="105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19"/>
          <p:cNvSpPr txBox="1">
            <a:spLocks noGrp="1"/>
          </p:cNvSpPr>
          <p:nvPr>
            <p:ph type="subTitle" idx="7"/>
          </p:nvPr>
        </p:nvSpPr>
        <p:spPr>
          <a:xfrm>
            <a:off x="720000" y="1062238"/>
            <a:ext cx="2548800" cy="6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7" name="Google Shape;947;p19"/>
          <p:cNvSpPr txBox="1">
            <a:spLocks noGrp="1"/>
          </p:cNvSpPr>
          <p:nvPr>
            <p:ph type="subTitle" idx="8"/>
          </p:nvPr>
        </p:nvSpPr>
        <p:spPr>
          <a:xfrm>
            <a:off x="3297450" y="1062238"/>
            <a:ext cx="2549100" cy="6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8" name="Google Shape;948;p19"/>
          <p:cNvSpPr txBox="1">
            <a:spLocks noGrp="1"/>
          </p:cNvSpPr>
          <p:nvPr>
            <p:ph type="subTitle" idx="9"/>
          </p:nvPr>
        </p:nvSpPr>
        <p:spPr>
          <a:xfrm>
            <a:off x="5876875" y="1062238"/>
            <a:ext cx="2553900" cy="6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49" name="Google Shape;949;p19"/>
          <p:cNvSpPr txBox="1">
            <a:spLocks noGrp="1"/>
          </p:cNvSpPr>
          <p:nvPr>
            <p:ph type="subTitle" idx="13"/>
          </p:nvPr>
        </p:nvSpPr>
        <p:spPr>
          <a:xfrm>
            <a:off x="720000" y="2855350"/>
            <a:ext cx="2548800" cy="6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0" name="Google Shape;950;p19"/>
          <p:cNvSpPr txBox="1">
            <a:spLocks noGrp="1"/>
          </p:cNvSpPr>
          <p:nvPr>
            <p:ph type="subTitle" idx="14"/>
          </p:nvPr>
        </p:nvSpPr>
        <p:spPr>
          <a:xfrm>
            <a:off x="3297450" y="2855350"/>
            <a:ext cx="2549100" cy="6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51" name="Google Shape;951;p19"/>
          <p:cNvSpPr txBox="1">
            <a:spLocks noGrp="1"/>
          </p:cNvSpPr>
          <p:nvPr>
            <p:ph type="subTitle" idx="15"/>
          </p:nvPr>
        </p:nvSpPr>
        <p:spPr>
          <a:xfrm>
            <a:off x="5876875" y="2855350"/>
            <a:ext cx="2553900" cy="6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52" name="Google Shape;952;p19"/>
          <p:cNvGrpSpPr/>
          <p:nvPr/>
        </p:nvGrpSpPr>
        <p:grpSpPr>
          <a:xfrm>
            <a:off x="-3826285" y="-3903710"/>
            <a:ext cx="16375309" cy="14519833"/>
            <a:chOff x="-3826285" y="-3903710"/>
            <a:chExt cx="16375309" cy="14519833"/>
          </a:xfrm>
        </p:grpSpPr>
        <p:grpSp>
          <p:nvGrpSpPr>
            <p:cNvPr id="953" name="Google Shape;953;p19"/>
            <p:cNvGrpSpPr/>
            <p:nvPr/>
          </p:nvGrpSpPr>
          <p:grpSpPr>
            <a:xfrm>
              <a:off x="2306088" y="-3903710"/>
              <a:ext cx="10242936" cy="5143661"/>
              <a:chOff x="871538" y="3179763"/>
              <a:chExt cx="7327898" cy="3679826"/>
            </a:xfrm>
          </p:grpSpPr>
          <p:sp>
            <p:nvSpPr>
              <p:cNvPr id="954" name="Google Shape;954;p19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2" name="Google Shape;972;p19"/>
            <p:cNvGrpSpPr/>
            <p:nvPr/>
          </p:nvGrpSpPr>
          <p:grpSpPr>
            <a:xfrm rot="547806">
              <a:off x="-3483079" y="4692348"/>
              <a:ext cx="10243005" cy="5143695"/>
              <a:chOff x="871538" y="3179763"/>
              <a:chExt cx="7327898" cy="3679826"/>
            </a:xfrm>
          </p:grpSpPr>
          <p:sp>
            <p:nvSpPr>
              <p:cNvPr id="973" name="Google Shape;973;p19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19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19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19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19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19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19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19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19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91" name="Google Shape;991;p19"/>
          <p:cNvGrpSpPr/>
          <p:nvPr/>
        </p:nvGrpSpPr>
        <p:grpSpPr>
          <a:xfrm>
            <a:off x="408998" y="184059"/>
            <a:ext cx="8231783" cy="4759793"/>
            <a:chOff x="408998" y="184059"/>
            <a:chExt cx="8231783" cy="4759793"/>
          </a:xfrm>
        </p:grpSpPr>
        <p:grpSp>
          <p:nvGrpSpPr>
            <p:cNvPr id="992" name="Google Shape;992;p19"/>
            <p:cNvGrpSpPr/>
            <p:nvPr/>
          </p:nvGrpSpPr>
          <p:grpSpPr>
            <a:xfrm>
              <a:off x="8057834" y="4737959"/>
              <a:ext cx="582947" cy="205892"/>
              <a:chOff x="4449763" y="4024313"/>
              <a:chExt cx="746125" cy="263525"/>
            </a:xfrm>
          </p:grpSpPr>
          <p:sp>
            <p:nvSpPr>
              <p:cNvPr id="993" name="Google Shape;993;p19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19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19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19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7" name="Google Shape;997;p19"/>
            <p:cNvGrpSpPr/>
            <p:nvPr/>
          </p:nvGrpSpPr>
          <p:grpSpPr>
            <a:xfrm>
              <a:off x="408998" y="184059"/>
              <a:ext cx="608440" cy="162121"/>
              <a:chOff x="4872038" y="3216275"/>
              <a:chExt cx="989013" cy="263525"/>
            </a:xfrm>
          </p:grpSpPr>
          <p:sp>
            <p:nvSpPr>
              <p:cNvPr id="998" name="Google Shape;998;p19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19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" name="Google Shape;1000;p19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19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19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19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04" name="Google Shape;1004;p19"/>
          <p:cNvGrpSpPr/>
          <p:nvPr/>
        </p:nvGrpSpPr>
        <p:grpSpPr>
          <a:xfrm>
            <a:off x="-145750" y="3151676"/>
            <a:ext cx="9585081" cy="1037134"/>
            <a:chOff x="-145750" y="3151676"/>
            <a:chExt cx="9585081" cy="1037134"/>
          </a:xfrm>
        </p:grpSpPr>
        <p:sp>
          <p:nvSpPr>
            <p:cNvPr id="1005" name="Google Shape;1005;p19"/>
            <p:cNvSpPr/>
            <p:nvPr/>
          </p:nvSpPr>
          <p:spPr>
            <a:xfrm flipH="1">
              <a:off x="8645881" y="3151685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-145750" y="3151676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09" name="Google Shape;1009;p20"/>
          <p:cNvGrpSpPr/>
          <p:nvPr/>
        </p:nvGrpSpPr>
        <p:grpSpPr>
          <a:xfrm flipH="1">
            <a:off x="-3826285" y="-3903710"/>
            <a:ext cx="16375309" cy="14519833"/>
            <a:chOff x="-3826285" y="-3903710"/>
            <a:chExt cx="16375309" cy="14519833"/>
          </a:xfrm>
        </p:grpSpPr>
        <p:grpSp>
          <p:nvGrpSpPr>
            <p:cNvPr id="1010" name="Google Shape;1010;p20"/>
            <p:cNvGrpSpPr/>
            <p:nvPr/>
          </p:nvGrpSpPr>
          <p:grpSpPr>
            <a:xfrm>
              <a:off x="2306088" y="-3903710"/>
              <a:ext cx="10242936" cy="5143661"/>
              <a:chOff x="871538" y="3179763"/>
              <a:chExt cx="7327898" cy="3679826"/>
            </a:xfrm>
          </p:grpSpPr>
          <p:sp>
            <p:nvSpPr>
              <p:cNvPr id="1011" name="Google Shape;1011;p20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20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20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20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20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20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20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20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20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20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20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20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20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20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20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20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9" name="Google Shape;1029;p20"/>
            <p:cNvGrpSpPr/>
            <p:nvPr/>
          </p:nvGrpSpPr>
          <p:grpSpPr>
            <a:xfrm rot="547806">
              <a:off x="-3483079" y="4692348"/>
              <a:ext cx="10243005" cy="5143695"/>
              <a:chOff x="871538" y="3179763"/>
              <a:chExt cx="7327898" cy="3679826"/>
            </a:xfrm>
          </p:grpSpPr>
          <p:sp>
            <p:nvSpPr>
              <p:cNvPr id="1030" name="Google Shape;1030;p20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20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20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20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20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20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20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20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20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20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8" name="Google Shape;1048;p20"/>
          <p:cNvGrpSpPr/>
          <p:nvPr/>
        </p:nvGrpSpPr>
        <p:grpSpPr>
          <a:xfrm rot="10800000" flipH="1">
            <a:off x="408998" y="184059"/>
            <a:ext cx="8231783" cy="4759793"/>
            <a:chOff x="408998" y="184059"/>
            <a:chExt cx="8231783" cy="4759793"/>
          </a:xfrm>
        </p:grpSpPr>
        <p:grpSp>
          <p:nvGrpSpPr>
            <p:cNvPr id="1049" name="Google Shape;1049;p20"/>
            <p:cNvGrpSpPr/>
            <p:nvPr/>
          </p:nvGrpSpPr>
          <p:grpSpPr>
            <a:xfrm>
              <a:off x="8057834" y="4737959"/>
              <a:ext cx="582947" cy="205892"/>
              <a:chOff x="4449763" y="4024313"/>
              <a:chExt cx="746125" cy="263525"/>
            </a:xfrm>
          </p:grpSpPr>
          <p:sp>
            <p:nvSpPr>
              <p:cNvPr id="1050" name="Google Shape;1050;p20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20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20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20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4" name="Google Shape;1054;p20"/>
            <p:cNvGrpSpPr/>
            <p:nvPr/>
          </p:nvGrpSpPr>
          <p:grpSpPr>
            <a:xfrm>
              <a:off x="408998" y="184059"/>
              <a:ext cx="608440" cy="162121"/>
              <a:chOff x="4872038" y="3216275"/>
              <a:chExt cx="989013" cy="263525"/>
            </a:xfrm>
          </p:grpSpPr>
          <p:sp>
            <p:nvSpPr>
              <p:cNvPr id="1055" name="Google Shape;1055;p20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20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20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20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20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20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1" name="Google Shape;1061;p20"/>
          <p:cNvGrpSpPr/>
          <p:nvPr/>
        </p:nvGrpSpPr>
        <p:grpSpPr>
          <a:xfrm>
            <a:off x="-145750" y="1341926"/>
            <a:ext cx="9585081" cy="1037134"/>
            <a:chOff x="-145750" y="3151676"/>
            <a:chExt cx="9585081" cy="1037134"/>
          </a:xfrm>
        </p:grpSpPr>
        <p:sp>
          <p:nvSpPr>
            <p:cNvPr id="1062" name="Google Shape;1062;p20"/>
            <p:cNvSpPr/>
            <p:nvPr/>
          </p:nvSpPr>
          <p:spPr>
            <a:xfrm flipH="1">
              <a:off x="8645881" y="3151685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-145750" y="3151676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66" name="Google Shape;1066;p21"/>
          <p:cNvGrpSpPr/>
          <p:nvPr/>
        </p:nvGrpSpPr>
        <p:grpSpPr>
          <a:xfrm>
            <a:off x="-1123179" y="-3374633"/>
            <a:ext cx="12388559" cy="10308788"/>
            <a:chOff x="-1123179" y="-3374633"/>
            <a:chExt cx="12388559" cy="10308788"/>
          </a:xfrm>
        </p:grpSpPr>
        <p:grpSp>
          <p:nvGrpSpPr>
            <p:cNvPr id="1067" name="Google Shape;1067;p21"/>
            <p:cNvGrpSpPr/>
            <p:nvPr/>
          </p:nvGrpSpPr>
          <p:grpSpPr>
            <a:xfrm rot="-5400000" flipH="1">
              <a:off x="-2369178" y="3174467"/>
              <a:ext cx="5005687" cy="2513689"/>
              <a:chOff x="871538" y="3179763"/>
              <a:chExt cx="7327898" cy="3679826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6" name="Google Shape;1086;p21"/>
            <p:cNvGrpSpPr/>
            <p:nvPr/>
          </p:nvGrpSpPr>
          <p:grpSpPr>
            <a:xfrm rot="-7505582">
              <a:off x="6295493" y="-1861104"/>
              <a:ext cx="5005456" cy="2513573"/>
              <a:chOff x="871538" y="3179763"/>
              <a:chExt cx="7327898" cy="3679826"/>
            </a:xfrm>
          </p:grpSpPr>
          <p:sp>
            <p:nvSpPr>
              <p:cNvPr id="1087" name="Google Shape;1087;p21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21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05" name="Google Shape;1105;p21"/>
          <p:cNvGrpSpPr/>
          <p:nvPr/>
        </p:nvGrpSpPr>
        <p:grpSpPr>
          <a:xfrm>
            <a:off x="6600248" y="184059"/>
            <a:ext cx="2134740" cy="4824921"/>
            <a:chOff x="6600248" y="184059"/>
            <a:chExt cx="2134740" cy="4824921"/>
          </a:xfrm>
        </p:grpSpPr>
        <p:grpSp>
          <p:nvGrpSpPr>
            <p:cNvPr id="1106" name="Google Shape;1106;p21"/>
            <p:cNvGrpSpPr/>
            <p:nvPr/>
          </p:nvGrpSpPr>
          <p:grpSpPr>
            <a:xfrm>
              <a:off x="6600248" y="184059"/>
              <a:ext cx="608440" cy="162121"/>
              <a:chOff x="4872038" y="3216275"/>
              <a:chExt cx="989013" cy="263525"/>
            </a:xfrm>
          </p:grpSpPr>
          <p:sp>
            <p:nvSpPr>
              <p:cNvPr id="1107" name="Google Shape;1107;p21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21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3" name="Google Shape;1113;p21"/>
            <p:cNvGrpSpPr/>
            <p:nvPr/>
          </p:nvGrpSpPr>
          <p:grpSpPr>
            <a:xfrm flipH="1">
              <a:off x="8126548" y="4846859"/>
              <a:ext cx="608440" cy="162121"/>
              <a:chOff x="4872038" y="3216275"/>
              <a:chExt cx="989013" cy="263525"/>
            </a:xfrm>
          </p:grpSpPr>
          <p:sp>
            <p:nvSpPr>
              <p:cNvPr id="1114" name="Google Shape;1114;p21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20" name="Google Shape;1120;p21"/>
          <p:cNvGrpSpPr/>
          <p:nvPr/>
        </p:nvGrpSpPr>
        <p:grpSpPr>
          <a:xfrm>
            <a:off x="-298150" y="-19402"/>
            <a:ext cx="9165981" cy="3319603"/>
            <a:chOff x="-298150" y="-19402"/>
            <a:chExt cx="9165981" cy="3319603"/>
          </a:xfrm>
        </p:grpSpPr>
        <p:sp>
          <p:nvSpPr>
            <p:cNvPr id="1121" name="Google Shape;1121;p21"/>
            <p:cNvSpPr/>
            <p:nvPr/>
          </p:nvSpPr>
          <p:spPr>
            <a:xfrm>
              <a:off x="-298150" y="-19402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8503818" y="28244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2"/>
          <p:cNvSpPr txBox="1">
            <a:spLocks noGrp="1"/>
          </p:cNvSpPr>
          <p:nvPr>
            <p:ph type="title"/>
          </p:nvPr>
        </p:nvSpPr>
        <p:spPr>
          <a:xfrm>
            <a:off x="713260" y="539500"/>
            <a:ext cx="42099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25" name="Google Shape;1125;p22"/>
          <p:cNvSpPr txBox="1">
            <a:spLocks noGrp="1"/>
          </p:cNvSpPr>
          <p:nvPr>
            <p:ph type="subTitle" idx="1"/>
          </p:nvPr>
        </p:nvSpPr>
        <p:spPr>
          <a:xfrm>
            <a:off x="713225" y="1491325"/>
            <a:ext cx="4209900" cy="13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6" name="Google Shape;1126;p22"/>
          <p:cNvSpPr txBox="1"/>
          <p:nvPr/>
        </p:nvSpPr>
        <p:spPr>
          <a:xfrm>
            <a:off x="713275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0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127" name="Google Shape;1127;p22"/>
          <p:cNvGrpSpPr/>
          <p:nvPr/>
        </p:nvGrpSpPr>
        <p:grpSpPr>
          <a:xfrm>
            <a:off x="-4232125" y="-4472092"/>
            <a:ext cx="14353499" cy="12777694"/>
            <a:chOff x="-4232125" y="-4472092"/>
            <a:chExt cx="14353499" cy="12777694"/>
          </a:xfrm>
        </p:grpSpPr>
        <p:grpSp>
          <p:nvGrpSpPr>
            <p:cNvPr id="1128" name="Google Shape;1128;p22"/>
            <p:cNvGrpSpPr/>
            <p:nvPr/>
          </p:nvGrpSpPr>
          <p:grpSpPr>
            <a:xfrm rot="8999956" flipH="1">
              <a:off x="-3755502" y="-2905998"/>
              <a:ext cx="7299165" cy="3862303"/>
              <a:chOff x="2446338" y="-23812"/>
              <a:chExt cx="7299326" cy="3862388"/>
            </a:xfrm>
          </p:grpSpPr>
          <p:sp>
            <p:nvSpPr>
              <p:cNvPr id="1129" name="Google Shape;1129;p22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22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22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22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22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22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22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22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22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22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22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22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22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22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22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22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22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2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22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9" name="Google Shape;1149;p22"/>
            <p:cNvGrpSpPr/>
            <p:nvPr/>
          </p:nvGrpSpPr>
          <p:grpSpPr>
            <a:xfrm flipH="1">
              <a:off x="-121562" y="3161940"/>
              <a:ext cx="10242936" cy="5143661"/>
              <a:chOff x="871538" y="3179763"/>
              <a:chExt cx="7327898" cy="3679826"/>
            </a:xfrm>
          </p:grpSpPr>
          <p:sp>
            <p:nvSpPr>
              <p:cNvPr id="1150" name="Google Shape;1150;p22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22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22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22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22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22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22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22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22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22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22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22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22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8" name="Google Shape;1168;p22"/>
          <p:cNvGrpSpPr/>
          <p:nvPr/>
        </p:nvGrpSpPr>
        <p:grpSpPr>
          <a:xfrm flipH="1">
            <a:off x="-121538" y="539505"/>
            <a:ext cx="9678319" cy="2270146"/>
            <a:chOff x="-398938" y="539505"/>
            <a:chExt cx="9678319" cy="2270146"/>
          </a:xfrm>
        </p:grpSpPr>
        <p:sp>
          <p:nvSpPr>
            <p:cNvPr id="1169" name="Google Shape;1169;p22"/>
            <p:cNvSpPr/>
            <p:nvPr/>
          </p:nvSpPr>
          <p:spPr>
            <a:xfrm>
              <a:off x="-398938" y="53950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2"/>
            <p:cNvSpPr/>
            <p:nvPr/>
          </p:nvSpPr>
          <p:spPr>
            <a:xfrm flipH="1">
              <a:off x="8915368" y="23338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1" name="Google Shape;1171;p22"/>
          <p:cNvGrpSpPr/>
          <p:nvPr/>
        </p:nvGrpSpPr>
        <p:grpSpPr>
          <a:xfrm>
            <a:off x="6869187" y="407738"/>
            <a:ext cx="1561577" cy="4302448"/>
            <a:chOff x="6869187" y="407738"/>
            <a:chExt cx="1561577" cy="4302448"/>
          </a:xfrm>
        </p:grpSpPr>
        <p:grpSp>
          <p:nvGrpSpPr>
            <p:cNvPr id="1172" name="Google Shape;1172;p22"/>
            <p:cNvGrpSpPr/>
            <p:nvPr/>
          </p:nvGrpSpPr>
          <p:grpSpPr>
            <a:xfrm flipH="1">
              <a:off x="6869187" y="407738"/>
              <a:ext cx="746125" cy="263525"/>
              <a:chOff x="4449763" y="4024313"/>
              <a:chExt cx="746125" cy="263525"/>
            </a:xfrm>
          </p:grpSpPr>
          <p:sp>
            <p:nvSpPr>
              <p:cNvPr id="1173" name="Google Shape;1173;p22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7" name="Google Shape;1177;p22"/>
            <p:cNvGrpSpPr/>
            <p:nvPr/>
          </p:nvGrpSpPr>
          <p:grpSpPr>
            <a:xfrm>
              <a:off x="7829536" y="4497837"/>
              <a:ext cx="601228" cy="212348"/>
              <a:chOff x="4449763" y="4024313"/>
              <a:chExt cx="746125" cy="263525"/>
            </a:xfrm>
          </p:grpSpPr>
          <p:sp>
            <p:nvSpPr>
              <p:cNvPr id="1178" name="Google Shape;1178;p22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3" name="Google Shape;1183;p23"/>
          <p:cNvGrpSpPr/>
          <p:nvPr/>
        </p:nvGrpSpPr>
        <p:grpSpPr>
          <a:xfrm>
            <a:off x="-1237699" y="-2465626"/>
            <a:ext cx="13542273" cy="9977218"/>
            <a:chOff x="-1237699" y="-2465626"/>
            <a:chExt cx="13542273" cy="9977218"/>
          </a:xfrm>
        </p:grpSpPr>
        <p:grpSp>
          <p:nvGrpSpPr>
            <p:cNvPr id="1184" name="Google Shape;1184;p23"/>
            <p:cNvGrpSpPr/>
            <p:nvPr/>
          </p:nvGrpSpPr>
          <p:grpSpPr>
            <a:xfrm rot="-2966106">
              <a:off x="7219621" y="3536309"/>
              <a:ext cx="5005393" cy="2513542"/>
              <a:chOff x="871538" y="3179763"/>
              <a:chExt cx="7327898" cy="3679826"/>
            </a:xfrm>
          </p:grpSpPr>
          <p:sp>
            <p:nvSpPr>
              <p:cNvPr id="1185" name="Google Shape;1185;p23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23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23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23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23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23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23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23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23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3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23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23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23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23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23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3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23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3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3" name="Google Shape;1203;p23"/>
            <p:cNvGrpSpPr/>
            <p:nvPr/>
          </p:nvGrpSpPr>
          <p:grpSpPr>
            <a:xfrm rot="-4570153">
              <a:off x="-1921827" y="-991726"/>
              <a:ext cx="5005731" cy="2513711"/>
              <a:chOff x="871538" y="3179763"/>
              <a:chExt cx="7327898" cy="3679826"/>
            </a:xfrm>
          </p:grpSpPr>
          <p:sp>
            <p:nvSpPr>
              <p:cNvPr id="1204" name="Google Shape;1204;p23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3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3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23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23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3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23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23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23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3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23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3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23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23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3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23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23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23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22" name="Google Shape;1222;p23"/>
          <p:cNvGrpSpPr/>
          <p:nvPr/>
        </p:nvGrpSpPr>
        <p:grpSpPr>
          <a:xfrm>
            <a:off x="-298150" y="879951"/>
            <a:ext cx="9165981" cy="3781697"/>
            <a:chOff x="-298150" y="879951"/>
            <a:chExt cx="9165981" cy="3781697"/>
          </a:xfrm>
        </p:grpSpPr>
        <p:sp>
          <p:nvSpPr>
            <p:cNvPr id="1223" name="Google Shape;1223;p23"/>
            <p:cNvSpPr/>
            <p:nvPr/>
          </p:nvSpPr>
          <p:spPr>
            <a:xfrm>
              <a:off x="-298150" y="3624523"/>
              <a:ext cx="793450" cy="1037125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3"/>
            <p:cNvSpPr/>
            <p:nvPr/>
          </p:nvSpPr>
          <p:spPr>
            <a:xfrm>
              <a:off x="8503818" y="87995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5" name="Google Shape;1225;p23"/>
          <p:cNvGrpSpPr/>
          <p:nvPr/>
        </p:nvGrpSpPr>
        <p:grpSpPr>
          <a:xfrm>
            <a:off x="408998" y="184059"/>
            <a:ext cx="8325990" cy="4824921"/>
            <a:chOff x="408998" y="184059"/>
            <a:chExt cx="8325990" cy="4824921"/>
          </a:xfrm>
        </p:grpSpPr>
        <p:grpSp>
          <p:nvGrpSpPr>
            <p:cNvPr id="1226" name="Google Shape;1226;p23"/>
            <p:cNvGrpSpPr/>
            <p:nvPr/>
          </p:nvGrpSpPr>
          <p:grpSpPr>
            <a:xfrm>
              <a:off x="408998" y="184059"/>
              <a:ext cx="8325990" cy="4824921"/>
              <a:chOff x="408998" y="184059"/>
              <a:chExt cx="8325990" cy="4824921"/>
            </a:xfrm>
          </p:grpSpPr>
          <p:grpSp>
            <p:nvGrpSpPr>
              <p:cNvPr id="1227" name="Google Shape;1227;p23"/>
              <p:cNvGrpSpPr/>
              <p:nvPr/>
            </p:nvGrpSpPr>
            <p:grpSpPr>
              <a:xfrm>
                <a:off x="8126548" y="184059"/>
                <a:ext cx="608440" cy="162121"/>
                <a:chOff x="4872038" y="3216275"/>
                <a:chExt cx="989013" cy="263525"/>
              </a:xfrm>
            </p:grpSpPr>
            <p:sp>
              <p:nvSpPr>
                <p:cNvPr id="1228" name="Google Shape;1228;p23"/>
                <p:cNvSpPr/>
                <p:nvPr/>
              </p:nvSpPr>
              <p:spPr>
                <a:xfrm>
                  <a:off x="5249863" y="3216275"/>
                  <a:ext cx="1619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66" extrusionOk="0">
                      <a:moveTo>
                        <a:pt x="101" y="166"/>
                      </a:moveTo>
                      <a:lnTo>
                        <a:pt x="79" y="166"/>
                      </a:lnTo>
                      <a:lnTo>
                        <a:pt x="0" y="84"/>
                      </a:lnTo>
                      <a:lnTo>
                        <a:pt x="80" y="0"/>
                      </a:lnTo>
                      <a:lnTo>
                        <a:pt x="102" y="0"/>
                      </a:lnTo>
                      <a:lnTo>
                        <a:pt x="22" y="84"/>
                      </a:lnTo>
                      <a:lnTo>
                        <a:pt x="101" y="16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9" name="Google Shape;1229;p23"/>
                <p:cNvSpPr/>
                <p:nvPr/>
              </p:nvSpPr>
              <p:spPr>
                <a:xfrm>
                  <a:off x="5072063" y="3216275"/>
                  <a:ext cx="169863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" h="166" extrusionOk="0">
                      <a:moveTo>
                        <a:pt x="106" y="166"/>
                      </a:moveTo>
                      <a:lnTo>
                        <a:pt x="80" y="166"/>
                      </a:lnTo>
                      <a:lnTo>
                        <a:pt x="0" y="84"/>
                      </a:lnTo>
                      <a:lnTo>
                        <a:pt x="81" y="0"/>
                      </a:lnTo>
                      <a:lnTo>
                        <a:pt x="107" y="0"/>
                      </a:lnTo>
                      <a:lnTo>
                        <a:pt x="27" y="84"/>
                      </a:lnTo>
                      <a:lnTo>
                        <a:pt x="106" y="16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0" name="Google Shape;1230;p23"/>
                <p:cNvSpPr/>
                <p:nvPr/>
              </p:nvSpPr>
              <p:spPr>
                <a:xfrm>
                  <a:off x="4872038" y="3216275"/>
                  <a:ext cx="19367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66" extrusionOk="0">
                      <a:moveTo>
                        <a:pt x="121" y="166"/>
                      </a:moveTo>
                      <a:lnTo>
                        <a:pt x="80" y="166"/>
                      </a:lnTo>
                      <a:lnTo>
                        <a:pt x="0" y="84"/>
                      </a:lnTo>
                      <a:lnTo>
                        <a:pt x="81" y="0"/>
                      </a:lnTo>
                      <a:lnTo>
                        <a:pt x="122" y="0"/>
                      </a:lnTo>
                      <a:lnTo>
                        <a:pt x="41" y="84"/>
                      </a:lnTo>
                      <a:lnTo>
                        <a:pt x="121" y="16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1" name="Google Shape;1231;p23"/>
                <p:cNvSpPr/>
                <p:nvPr/>
              </p:nvSpPr>
              <p:spPr>
                <a:xfrm>
                  <a:off x="5726113" y="3216275"/>
                  <a:ext cx="134938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166" extrusionOk="0">
                      <a:moveTo>
                        <a:pt x="85" y="166"/>
                      </a:moveTo>
                      <a:lnTo>
                        <a:pt x="80" y="166"/>
                      </a:lnTo>
                      <a:lnTo>
                        <a:pt x="0" y="84"/>
                      </a:lnTo>
                      <a:lnTo>
                        <a:pt x="81" y="0"/>
                      </a:lnTo>
                      <a:lnTo>
                        <a:pt x="85" y="0"/>
                      </a:lnTo>
                      <a:lnTo>
                        <a:pt x="5" y="84"/>
                      </a:lnTo>
                      <a:lnTo>
                        <a:pt x="85" y="16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2" name="Google Shape;1232;p23"/>
                <p:cNvSpPr/>
                <p:nvPr/>
              </p:nvSpPr>
              <p:spPr>
                <a:xfrm>
                  <a:off x="5419725" y="3216275"/>
                  <a:ext cx="15240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66" extrusionOk="0">
                      <a:moveTo>
                        <a:pt x="95" y="166"/>
                      </a:moveTo>
                      <a:lnTo>
                        <a:pt x="79" y="166"/>
                      </a:lnTo>
                      <a:lnTo>
                        <a:pt x="0" y="84"/>
                      </a:lnTo>
                      <a:lnTo>
                        <a:pt x="80" y="0"/>
                      </a:lnTo>
                      <a:lnTo>
                        <a:pt x="96" y="0"/>
                      </a:lnTo>
                      <a:lnTo>
                        <a:pt x="16" y="84"/>
                      </a:lnTo>
                      <a:lnTo>
                        <a:pt x="95" y="16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3" name="Google Shape;1233;p23"/>
                <p:cNvSpPr/>
                <p:nvPr/>
              </p:nvSpPr>
              <p:spPr>
                <a:xfrm>
                  <a:off x="5580063" y="3216275"/>
                  <a:ext cx="13970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" h="166" extrusionOk="0">
                      <a:moveTo>
                        <a:pt x="87" y="166"/>
                      </a:moveTo>
                      <a:lnTo>
                        <a:pt x="79" y="166"/>
                      </a:lnTo>
                      <a:lnTo>
                        <a:pt x="0" y="84"/>
                      </a:lnTo>
                      <a:lnTo>
                        <a:pt x="80" y="0"/>
                      </a:lnTo>
                      <a:lnTo>
                        <a:pt x="88" y="0"/>
                      </a:lnTo>
                      <a:lnTo>
                        <a:pt x="8" y="84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4" name="Google Shape;1234;p23"/>
              <p:cNvGrpSpPr/>
              <p:nvPr/>
            </p:nvGrpSpPr>
            <p:grpSpPr>
              <a:xfrm flipH="1">
                <a:off x="408998" y="4846859"/>
                <a:ext cx="608440" cy="162121"/>
                <a:chOff x="4872038" y="3216275"/>
                <a:chExt cx="989013" cy="263525"/>
              </a:xfrm>
            </p:grpSpPr>
            <p:sp>
              <p:nvSpPr>
                <p:cNvPr id="1235" name="Google Shape;1235;p23"/>
                <p:cNvSpPr/>
                <p:nvPr/>
              </p:nvSpPr>
              <p:spPr>
                <a:xfrm>
                  <a:off x="5249863" y="3216275"/>
                  <a:ext cx="16192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" h="166" extrusionOk="0">
                      <a:moveTo>
                        <a:pt x="101" y="166"/>
                      </a:moveTo>
                      <a:lnTo>
                        <a:pt x="79" y="166"/>
                      </a:lnTo>
                      <a:lnTo>
                        <a:pt x="0" y="84"/>
                      </a:lnTo>
                      <a:lnTo>
                        <a:pt x="80" y="0"/>
                      </a:lnTo>
                      <a:lnTo>
                        <a:pt x="102" y="0"/>
                      </a:lnTo>
                      <a:lnTo>
                        <a:pt x="22" y="84"/>
                      </a:lnTo>
                      <a:lnTo>
                        <a:pt x="101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6" name="Google Shape;1236;p23"/>
                <p:cNvSpPr/>
                <p:nvPr/>
              </p:nvSpPr>
              <p:spPr>
                <a:xfrm>
                  <a:off x="5072063" y="3216275"/>
                  <a:ext cx="169863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" h="166" extrusionOk="0">
                      <a:moveTo>
                        <a:pt x="106" y="166"/>
                      </a:moveTo>
                      <a:lnTo>
                        <a:pt x="80" y="166"/>
                      </a:lnTo>
                      <a:lnTo>
                        <a:pt x="0" y="84"/>
                      </a:lnTo>
                      <a:lnTo>
                        <a:pt x="81" y="0"/>
                      </a:lnTo>
                      <a:lnTo>
                        <a:pt x="107" y="0"/>
                      </a:lnTo>
                      <a:lnTo>
                        <a:pt x="27" y="84"/>
                      </a:lnTo>
                      <a:lnTo>
                        <a:pt x="106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7" name="Google Shape;1237;p23"/>
                <p:cNvSpPr/>
                <p:nvPr/>
              </p:nvSpPr>
              <p:spPr>
                <a:xfrm>
                  <a:off x="4872038" y="3216275"/>
                  <a:ext cx="193675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" h="166" extrusionOk="0">
                      <a:moveTo>
                        <a:pt x="121" y="166"/>
                      </a:moveTo>
                      <a:lnTo>
                        <a:pt x="80" y="166"/>
                      </a:lnTo>
                      <a:lnTo>
                        <a:pt x="0" y="84"/>
                      </a:lnTo>
                      <a:lnTo>
                        <a:pt x="81" y="0"/>
                      </a:lnTo>
                      <a:lnTo>
                        <a:pt x="122" y="0"/>
                      </a:lnTo>
                      <a:lnTo>
                        <a:pt x="41" y="84"/>
                      </a:lnTo>
                      <a:lnTo>
                        <a:pt x="121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8" name="Google Shape;1238;p23"/>
                <p:cNvSpPr/>
                <p:nvPr/>
              </p:nvSpPr>
              <p:spPr>
                <a:xfrm>
                  <a:off x="5726113" y="3216275"/>
                  <a:ext cx="134938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" h="166" extrusionOk="0">
                      <a:moveTo>
                        <a:pt x="85" y="166"/>
                      </a:moveTo>
                      <a:lnTo>
                        <a:pt x="80" y="166"/>
                      </a:lnTo>
                      <a:lnTo>
                        <a:pt x="0" y="84"/>
                      </a:lnTo>
                      <a:lnTo>
                        <a:pt x="81" y="0"/>
                      </a:lnTo>
                      <a:lnTo>
                        <a:pt x="85" y="0"/>
                      </a:lnTo>
                      <a:lnTo>
                        <a:pt x="5" y="84"/>
                      </a:lnTo>
                      <a:lnTo>
                        <a:pt x="85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9" name="Google Shape;1239;p23"/>
                <p:cNvSpPr/>
                <p:nvPr/>
              </p:nvSpPr>
              <p:spPr>
                <a:xfrm>
                  <a:off x="5419725" y="3216275"/>
                  <a:ext cx="15240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66" extrusionOk="0">
                      <a:moveTo>
                        <a:pt x="95" y="166"/>
                      </a:moveTo>
                      <a:lnTo>
                        <a:pt x="79" y="166"/>
                      </a:lnTo>
                      <a:lnTo>
                        <a:pt x="0" y="84"/>
                      </a:lnTo>
                      <a:lnTo>
                        <a:pt x="80" y="0"/>
                      </a:lnTo>
                      <a:lnTo>
                        <a:pt x="96" y="0"/>
                      </a:lnTo>
                      <a:lnTo>
                        <a:pt x="16" y="84"/>
                      </a:lnTo>
                      <a:lnTo>
                        <a:pt x="95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0" name="Google Shape;1240;p23"/>
                <p:cNvSpPr/>
                <p:nvPr/>
              </p:nvSpPr>
              <p:spPr>
                <a:xfrm>
                  <a:off x="5580063" y="3216275"/>
                  <a:ext cx="13970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" h="166" extrusionOk="0">
                      <a:moveTo>
                        <a:pt x="87" y="166"/>
                      </a:moveTo>
                      <a:lnTo>
                        <a:pt x="79" y="166"/>
                      </a:lnTo>
                      <a:lnTo>
                        <a:pt x="0" y="84"/>
                      </a:lnTo>
                      <a:lnTo>
                        <a:pt x="80" y="0"/>
                      </a:lnTo>
                      <a:lnTo>
                        <a:pt x="88" y="0"/>
                      </a:lnTo>
                      <a:lnTo>
                        <a:pt x="8" y="84"/>
                      </a:lnTo>
                      <a:lnTo>
                        <a:pt x="87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41" name="Google Shape;1241;p23"/>
            <p:cNvGrpSpPr/>
            <p:nvPr/>
          </p:nvGrpSpPr>
          <p:grpSpPr>
            <a:xfrm>
              <a:off x="5996561" y="4523912"/>
              <a:ext cx="601221" cy="160197"/>
              <a:chOff x="4872038" y="3216275"/>
              <a:chExt cx="989013" cy="263525"/>
            </a:xfrm>
          </p:grpSpPr>
          <p:sp>
            <p:nvSpPr>
              <p:cNvPr id="1242" name="Google Shape;1242;p23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23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23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23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8" name="Google Shape;1248;p23"/>
            <p:cNvGrpSpPr/>
            <p:nvPr/>
          </p:nvGrpSpPr>
          <p:grpSpPr>
            <a:xfrm flipH="1">
              <a:off x="1848638" y="407738"/>
              <a:ext cx="989013" cy="263525"/>
              <a:chOff x="4872038" y="3216275"/>
              <a:chExt cx="989013" cy="263525"/>
            </a:xfrm>
          </p:grpSpPr>
          <p:sp>
            <p:nvSpPr>
              <p:cNvPr id="1249" name="Google Shape;1249;p23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23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23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5" name="Google Shape;1255;p23"/>
            <p:cNvGrpSpPr/>
            <p:nvPr/>
          </p:nvGrpSpPr>
          <p:grpSpPr>
            <a:xfrm>
              <a:off x="412611" y="1868937"/>
              <a:ext cx="601228" cy="212348"/>
              <a:chOff x="4449763" y="4024313"/>
              <a:chExt cx="746125" cy="263525"/>
            </a:xfrm>
          </p:grpSpPr>
          <p:sp>
            <p:nvSpPr>
              <p:cNvPr id="1256" name="Google Shape;1256;p23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23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1" name="Google Shape;1261;p24"/>
          <p:cNvGrpSpPr/>
          <p:nvPr/>
        </p:nvGrpSpPr>
        <p:grpSpPr>
          <a:xfrm rot="10800000" flipH="1">
            <a:off x="-3564477" y="-1794513"/>
            <a:ext cx="15782917" cy="9889780"/>
            <a:chOff x="-3564477" y="-2956563"/>
            <a:chExt cx="15782917" cy="9889780"/>
          </a:xfrm>
        </p:grpSpPr>
        <p:grpSp>
          <p:nvGrpSpPr>
            <p:cNvPr id="1262" name="Google Shape;1262;p24"/>
            <p:cNvGrpSpPr/>
            <p:nvPr/>
          </p:nvGrpSpPr>
          <p:grpSpPr>
            <a:xfrm rot="10800000" flipH="1">
              <a:off x="2508242" y="1896435"/>
              <a:ext cx="9710198" cy="4876137"/>
              <a:chOff x="871538" y="3179763"/>
              <a:chExt cx="7327898" cy="3679826"/>
            </a:xfrm>
          </p:grpSpPr>
          <p:sp>
            <p:nvSpPr>
              <p:cNvPr id="1263" name="Google Shape;1263;p24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1" name="Google Shape;1281;p24"/>
            <p:cNvGrpSpPr/>
            <p:nvPr/>
          </p:nvGrpSpPr>
          <p:grpSpPr>
            <a:xfrm rot="10800000">
              <a:off x="2861163" y="-2956563"/>
              <a:ext cx="7299326" cy="3862388"/>
              <a:chOff x="2446338" y="-23812"/>
              <a:chExt cx="7299326" cy="3862388"/>
            </a:xfrm>
          </p:grpSpPr>
          <p:sp>
            <p:nvSpPr>
              <p:cNvPr id="1282" name="Google Shape;1282;p24"/>
              <p:cNvSpPr/>
              <p:nvPr/>
            </p:nvSpPr>
            <p:spPr>
              <a:xfrm>
                <a:off x="2446338" y="-23812"/>
                <a:ext cx="6784972" cy="3862388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1794" extrusionOk="0">
                    <a:moveTo>
                      <a:pt x="3153" y="1794"/>
                    </a:moveTo>
                    <a:cubicBezTo>
                      <a:pt x="3014" y="1620"/>
                      <a:pt x="2861" y="1443"/>
                      <a:pt x="2705" y="1261"/>
                    </a:cubicBezTo>
                    <a:cubicBezTo>
                      <a:pt x="2685" y="1237"/>
                      <a:pt x="2655" y="1209"/>
                      <a:pt x="2618" y="1219"/>
                    </a:cubicBezTo>
                    <a:cubicBezTo>
                      <a:pt x="2588" y="1227"/>
                      <a:pt x="2572" y="1257"/>
                      <a:pt x="2554" y="1281"/>
                    </a:cubicBezTo>
                    <a:cubicBezTo>
                      <a:pt x="2483" y="1376"/>
                      <a:pt x="2324" y="1395"/>
                      <a:pt x="2231" y="1329"/>
                    </a:cubicBezTo>
                    <a:cubicBezTo>
                      <a:pt x="2192" y="1300"/>
                      <a:pt x="2166" y="1264"/>
                      <a:pt x="2148" y="1223"/>
                    </a:cubicBezTo>
                    <a:cubicBezTo>
                      <a:pt x="2129" y="1181"/>
                      <a:pt x="2118" y="1134"/>
                      <a:pt x="2108" y="1088"/>
                    </a:cubicBezTo>
                    <a:cubicBezTo>
                      <a:pt x="2104" y="1064"/>
                      <a:pt x="2099" y="1039"/>
                      <a:pt x="2095" y="1013"/>
                    </a:cubicBezTo>
                    <a:cubicBezTo>
                      <a:pt x="2083" y="942"/>
                      <a:pt x="2075" y="866"/>
                      <a:pt x="2068" y="790"/>
                    </a:cubicBezTo>
                    <a:cubicBezTo>
                      <a:pt x="2053" y="636"/>
                      <a:pt x="2039" y="482"/>
                      <a:pt x="2024" y="328"/>
                    </a:cubicBezTo>
                    <a:cubicBezTo>
                      <a:pt x="2018" y="261"/>
                      <a:pt x="2010" y="192"/>
                      <a:pt x="1973" y="131"/>
                    </a:cubicBezTo>
                    <a:cubicBezTo>
                      <a:pt x="1924" y="50"/>
                      <a:pt x="1821" y="0"/>
                      <a:pt x="1734" y="14"/>
                    </a:cubicBezTo>
                    <a:cubicBezTo>
                      <a:pt x="1696" y="20"/>
                      <a:pt x="1663" y="36"/>
                      <a:pt x="1629" y="53"/>
                    </a:cubicBezTo>
                    <a:cubicBezTo>
                      <a:pt x="1524" y="104"/>
                      <a:pt x="1411" y="154"/>
                      <a:pt x="1295" y="199"/>
                    </a:cubicBezTo>
                    <a:cubicBezTo>
                      <a:pt x="1184" y="241"/>
                      <a:pt x="1071" y="280"/>
                      <a:pt x="955" y="313"/>
                    </a:cubicBezTo>
                    <a:cubicBezTo>
                      <a:pt x="882" y="335"/>
                      <a:pt x="807" y="355"/>
                      <a:pt x="732" y="374"/>
                    </a:cubicBezTo>
                    <a:cubicBezTo>
                      <a:pt x="630" y="401"/>
                      <a:pt x="526" y="428"/>
                      <a:pt x="419" y="437"/>
                    </a:cubicBezTo>
                    <a:cubicBezTo>
                      <a:pt x="274" y="450"/>
                      <a:pt x="127" y="431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503488" y="77788"/>
                <a:ext cx="6757987" cy="3594099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1670" extrusionOk="0">
                    <a:moveTo>
                      <a:pt x="3140" y="1670"/>
                    </a:moveTo>
                    <a:cubicBezTo>
                      <a:pt x="3005" y="1523"/>
                      <a:pt x="2854" y="1373"/>
                      <a:pt x="2697" y="1215"/>
                    </a:cubicBezTo>
                    <a:cubicBezTo>
                      <a:pt x="2677" y="1195"/>
                      <a:pt x="2648" y="1170"/>
                      <a:pt x="2611" y="1181"/>
                    </a:cubicBezTo>
                    <a:cubicBezTo>
                      <a:pt x="2583" y="1190"/>
                      <a:pt x="2567" y="1219"/>
                      <a:pt x="2549" y="1243"/>
                    </a:cubicBezTo>
                    <a:cubicBezTo>
                      <a:pt x="2477" y="1338"/>
                      <a:pt x="2323" y="1360"/>
                      <a:pt x="2229" y="1300"/>
                    </a:cubicBezTo>
                    <a:cubicBezTo>
                      <a:pt x="2190" y="1275"/>
                      <a:pt x="2163" y="1241"/>
                      <a:pt x="2143" y="1203"/>
                    </a:cubicBezTo>
                    <a:cubicBezTo>
                      <a:pt x="2122" y="1164"/>
                      <a:pt x="2109" y="1120"/>
                      <a:pt x="2097" y="1076"/>
                    </a:cubicBezTo>
                    <a:cubicBezTo>
                      <a:pt x="2092" y="1052"/>
                      <a:pt x="2086" y="1028"/>
                      <a:pt x="2081" y="1003"/>
                    </a:cubicBezTo>
                    <a:cubicBezTo>
                      <a:pt x="2066" y="934"/>
                      <a:pt x="2057" y="858"/>
                      <a:pt x="2048" y="784"/>
                    </a:cubicBezTo>
                    <a:cubicBezTo>
                      <a:pt x="2030" y="632"/>
                      <a:pt x="2012" y="479"/>
                      <a:pt x="1994" y="327"/>
                    </a:cubicBezTo>
                    <a:cubicBezTo>
                      <a:pt x="1986" y="261"/>
                      <a:pt x="1977" y="192"/>
                      <a:pt x="1941" y="132"/>
                    </a:cubicBezTo>
                    <a:cubicBezTo>
                      <a:pt x="1892" y="51"/>
                      <a:pt x="1792" y="0"/>
                      <a:pt x="1707" y="9"/>
                    </a:cubicBezTo>
                    <a:cubicBezTo>
                      <a:pt x="1670" y="14"/>
                      <a:pt x="1636" y="28"/>
                      <a:pt x="1602" y="43"/>
                    </a:cubicBezTo>
                    <a:cubicBezTo>
                      <a:pt x="1499" y="88"/>
                      <a:pt x="1387" y="137"/>
                      <a:pt x="1273" y="180"/>
                    </a:cubicBezTo>
                    <a:cubicBezTo>
                      <a:pt x="1163" y="221"/>
                      <a:pt x="1052" y="260"/>
                      <a:pt x="938" y="294"/>
                    </a:cubicBezTo>
                    <a:cubicBezTo>
                      <a:pt x="866" y="316"/>
                      <a:pt x="792" y="335"/>
                      <a:pt x="719" y="354"/>
                    </a:cubicBezTo>
                    <a:cubicBezTo>
                      <a:pt x="618" y="381"/>
                      <a:pt x="516" y="407"/>
                      <a:pt x="411" y="418"/>
                    </a:cubicBezTo>
                    <a:cubicBezTo>
                      <a:pt x="268" y="432"/>
                      <a:pt x="124" y="418"/>
                      <a:pt x="0" y="38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562225" y="176213"/>
                <a:ext cx="6729413" cy="3330575"/>
              </a:xfrm>
              <a:custGeom>
                <a:avLst/>
                <a:gdLst/>
                <a:ahLst/>
                <a:cxnLst/>
                <a:rect l="l" t="t" r="r" b="b"/>
                <a:pathLst>
                  <a:path w="3127" h="1547" extrusionOk="0">
                    <a:moveTo>
                      <a:pt x="3127" y="1547"/>
                    </a:moveTo>
                    <a:cubicBezTo>
                      <a:pt x="2996" y="1427"/>
                      <a:pt x="2846" y="1303"/>
                      <a:pt x="2690" y="1171"/>
                    </a:cubicBezTo>
                    <a:cubicBezTo>
                      <a:pt x="2670" y="1154"/>
                      <a:pt x="2641" y="1132"/>
                      <a:pt x="2605" y="1145"/>
                    </a:cubicBezTo>
                    <a:cubicBezTo>
                      <a:pt x="2577" y="1154"/>
                      <a:pt x="2561" y="1183"/>
                      <a:pt x="2543" y="1207"/>
                    </a:cubicBezTo>
                    <a:cubicBezTo>
                      <a:pt x="2472" y="1301"/>
                      <a:pt x="2322" y="1327"/>
                      <a:pt x="2228" y="1273"/>
                    </a:cubicBezTo>
                    <a:cubicBezTo>
                      <a:pt x="2188" y="1250"/>
                      <a:pt x="2160" y="1219"/>
                      <a:pt x="2138" y="1184"/>
                    </a:cubicBezTo>
                    <a:cubicBezTo>
                      <a:pt x="2116" y="1148"/>
                      <a:pt x="2100" y="1106"/>
                      <a:pt x="2087" y="1064"/>
                    </a:cubicBezTo>
                    <a:cubicBezTo>
                      <a:pt x="2079" y="1042"/>
                      <a:pt x="2073" y="1018"/>
                      <a:pt x="2067" y="994"/>
                    </a:cubicBezTo>
                    <a:cubicBezTo>
                      <a:pt x="2049" y="926"/>
                      <a:pt x="2038" y="852"/>
                      <a:pt x="2028" y="778"/>
                    </a:cubicBezTo>
                    <a:cubicBezTo>
                      <a:pt x="2007" y="628"/>
                      <a:pt x="1985" y="477"/>
                      <a:pt x="1964" y="327"/>
                    </a:cubicBezTo>
                    <a:cubicBezTo>
                      <a:pt x="1955" y="262"/>
                      <a:pt x="1945" y="194"/>
                      <a:pt x="1909" y="134"/>
                    </a:cubicBezTo>
                    <a:cubicBezTo>
                      <a:pt x="1860" y="54"/>
                      <a:pt x="1763" y="0"/>
                      <a:pt x="1679" y="6"/>
                    </a:cubicBezTo>
                    <a:cubicBezTo>
                      <a:pt x="1643" y="9"/>
                      <a:pt x="1610" y="20"/>
                      <a:pt x="1576" y="34"/>
                    </a:cubicBezTo>
                    <a:cubicBezTo>
                      <a:pt x="1473" y="74"/>
                      <a:pt x="1362" y="120"/>
                      <a:pt x="1250" y="162"/>
                    </a:cubicBezTo>
                    <a:cubicBezTo>
                      <a:pt x="1142" y="203"/>
                      <a:pt x="1033" y="242"/>
                      <a:pt x="921" y="276"/>
                    </a:cubicBezTo>
                    <a:cubicBezTo>
                      <a:pt x="850" y="297"/>
                      <a:pt x="778" y="317"/>
                      <a:pt x="705" y="336"/>
                    </a:cubicBezTo>
                    <a:cubicBezTo>
                      <a:pt x="606" y="362"/>
                      <a:pt x="505" y="388"/>
                      <a:pt x="403" y="399"/>
                    </a:cubicBezTo>
                    <a:cubicBezTo>
                      <a:pt x="262" y="415"/>
                      <a:pt x="121" y="405"/>
                      <a:pt x="0" y="3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620963" y="277813"/>
                <a:ext cx="6704010" cy="3062289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1423" extrusionOk="0">
                    <a:moveTo>
                      <a:pt x="3115" y="1423"/>
                    </a:moveTo>
                    <a:cubicBezTo>
                      <a:pt x="2988" y="1330"/>
                      <a:pt x="2839" y="1233"/>
                      <a:pt x="2682" y="1125"/>
                    </a:cubicBezTo>
                    <a:cubicBezTo>
                      <a:pt x="2662" y="1111"/>
                      <a:pt x="2634" y="1093"/>
                      <a:pt x="2599" y="1107"/>
                    </a:cubicBezTo>
                    <a:cubicBezTo>
                      <a:pt x="2572" y="1117"/>
                      <a:pt x="2555" y="1146"/>
                      <a:pt x="2538" y="1169"/>
                    </a:cubicBezTo>
                    <a:cubicBezTo>
                      <a:pt x="2466" y="1263"/>
                      <a:pt x="2320" y="1292"/>
                      <a:pt x="2226" y="1245"/>
                    </a:cubicBezTo>
                    <a:cubicBezTo>
                      <a:pt x="2186" y="1225"/>
                      <a:pt x="2157" y="1197"/>
                      <a:pt x="2134" y="1164"/>
                    </a:cubicBezTo>
                    <a:cubicBezTo>
                      <a:pt x="2109" y="1131"/>
                      <a:pt x="2091" y="1092"/>
                      <a:pt x="2076" y="1051"/>
                    </a:cubicBezTo>
                    <a:cubicBezTo>
                      <a:pt x="2067" y="1030"/>
                      <a:pt x="2060" y="1007"/>
                      <a:pt x="2053" y="984"/>
                    </a:cubicBezTo>
                    <a:cubicBezTo>
                      <a:pt x="2032" y="918"/>
                      <a:pt x="2020" y="845"/>
                      <a:pt x="2008" y="772"/>
                    </a:cubicBezTo>
                    <a:cubicBezTo>
                      <a:pt x="1983" y="623"/>
                      <a:pt x="1959" y="474"/>
                      <a:pt x="1934" y="326"/>
                    </a:cubicBezTo>
                    <a:cubicBezTo>
                      <a:pt x="1923" y="261"/>
                      <a:pt x="1912" y="194"/>
                      <a:pt x="1876" y="135"/>
                    </a:cubicBezTo>
                    <a:cubicBezTo>
                      <a:pt x="1828" y="55"/>
                      <a:pt x="1734" y="0"/>
                      <a:pt x="1652" y="2"/>
                    </a:cubicBezTo>
                    <a:cubicBezTo>
                      <a:pt x="1616" y="2"/>
                      <a:pt x="1583" y="12"/>
                      <a:pt x="1549" y="23"/>
                    </a:cubicBezTo>
                    <a:cubicBezTo>
                      <a:pt x="1447" y="58"/>
                      <a:pt x="1338" y="102"/>
                      <a:pt x="1227" y="144"/>
                    </a:cubicBezTo>
                    <a:cubicBezTo>
                      <a:pt x="1121" y="183"/>
                      <a:pt x="1013" y="223"/>
                      <a:pt x="904" y="256"/>
                    </a:cubicBezTo>
                    <a:cubicBezTo>
                      <a:pt x="834" y="278"/>
                      <a:pt x="763" y="297"/>
                      <a:pt x="692" y="316"/>
                    </a:cubicBezTo>
                    <a:cubicBezTo>
                      <a:pt x="594" y="342"/>
                      <a:pt x="495" y="368"/>
                      <a:pt x="394" y="380"/>
                    </a:cubicBezTo>
                    <a:cubicBezTo>
                      <a:pt x="256" y="397"/>
                      <a:pt x="118" y="391"/>
                      <a:pt x="0" y="3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678113" y="369888"/>
                <a:ext cx="6677024" cy="280352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1302" extrusionOk="0">
                    <a:moveTo>
                      <a:pt x="3102" y="1302"/>
                    </a:moveTo>
                    <a:cubicBezTo>
                      <a:pt x="2979" y="1237"/>
                      <a:pt x="2831" y="1166"/>
                      <a:pt x="2674" y="1084"/>
                    </a:cubicBezTo>
                    <a:cubicBezTo>
                      <a:pt x="2654" y="1073"/>
                      <a:pt x="2627" y="1059"/>
                      <a:pt x="2593" y="1073"/>
                    </a:cubicBezTo>
                    <a:cubicBezTo>
                      <a:pt x="2566" y="1084"/>
                      <a:pt x="2550" y="1112"/>
                      <a:pt x="2532" y="1136"/>
                    </a:cubicBezTo>
                    <a:cubicBezTo>
                      <a:pt x="2460" y="1229"/>
                      <a:pt x="2319" y="1261"/>
                      <a:pt x="2224" y="1220"/>
                    </a:cubicBezTo>
                    <a:cubicBezTo>
                      <a:pt x="2184" y="1203"/>
                      <a:pt x="2154" y="1178"/>
                      <a:pt x="2129" y="1148"/>
                    </a:cubicBezTo>
                    <a:cubicBezTo>
                      <a:pt x="2103" y="1118"/>
                      <a:pt x="2083" y="1081"/>
                      <a:pt x="2065" y="1043"/>
                    </a:cubicBezTo>
                    <a:cubicBezTo>
                      <a:pt x="2055" y="1022"/>
                      <a:pt x="2047" y="1001"/>
                      <a:pt x="2038" y="978"/>
                    </a:cubicBezTo>
                    <a:cubicBezTo>
                      <a:pt x="2015" y="914"/>
                      <a:pt x="2001" y="841"/>
                      <a:pt x="1988" y="769"/>
                    </a:cubicBezTo>
                    <a:cubicBezTo>
                      <a:pt x="1960" y="623"/>
                      <a:pt x="1932" y="476"/>
                      <a:pt x="1904" y="329"/>
                    </a:cubicBezTo>
                    <a:cubicBezTo>
                      <a:pt x="1892" y="265"/>
                      <a:pt x="1879" y="199"/>
                      <a:pt x="1844" y="140"/>
                    </a:cubicBezTo>
                    <a:cubicBezTo>
                      <a:pt x="1796" y="60"/>
                      <a:pt x="1706" y="4"/>
                      <a:pt x="1625" y="1"/>
                    </a:cubicBezTo>
                    <a:cubicBezTo>
                      <a:pt x="1589" y="0"/>
                      <a:pt x="1556" y="7"/>
                      <a:pt x="1522" y="17"/>
                    </a:cubicBezTo>
                    <a:cubicBezTo>
                      <a:pt x="1422" y="47"/>
                      <a:pt x="1313" y="89"/>
                      <a:pt x="1204" y="129"/>
                    </a:cubicBezTo>
                    <a:cubicBezTo>
                      <a:pt x="1099" y="168"/>
                      <a:pt x="994" y="207"/>
                      <a:pt x="887" y="241"/>
                    </a:cubicBezTo>
                    <a:cubicBezTo>
                      <a:pt x="818" y="263"/>
                      <a:pt x="748" y="282"/>
                      <a:pt x="678" y="300"/>
                    </a:cubicBezTo>
                    <a:cubicBezTo>
                      <a:pt x="582" y="326"/>
                      <a:pt x="485" y="351"/>
                      <a:pt x="386" y="365"/>
                    </a:cubicBezTo>
                    <a:cubicBezTo>
                      <a:pt x="250" y="383"/>
                      <a:pt x="115" y="38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736850" y="458788"/>
                <a:ext cx="6648447" cy="265430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1233" extrusionOk="0">
                    <a:moveTo>
                      <a:pt x="3089" y="1184"/>
                    </a:moveTo>
                    <a:cubicBezTo>
                      <a:pt x="2970" y="1146"/>
                      <a:pt x="2824" y="1102"/>
                      <a:pt x="2667" y="1044"/>
                    </a:cubicBezTo>
                    <a:cubicBezTo>
                      <a:pt x="2647" y="1037"/>
                      <a:pt x="2620" y="1026"/>
                      <a:pt x="2586" y="1042"/>
                    </a:cubicBezTo>
                    <a:cubicBezTo>
                      <a:pt x="2561" y="1054"/>
                      <a:pt x="2544" y="1081"/>
                      <a:pt x="2527" y="1104"/>
                    </a:cubicBezTo>
                    <a:cubicBezTo>
                      <a:pt x="2455" y="1197"/>
                      <a:pt x="2318" y="1233"/>
                      <a:pt x="2222" y="1198"/>
                    </a:cubicBezTo>
                    <a:cubicBezTo>
                      <a:pt x="2182" y="1184"/>
                      <a:pt x="2151" y="1161"/>
                      <a:pt x="2124" y="1134"/>
                    </a:cubicBezTo>
                    <a:cubicBezTo>
                      <a:pt x="2097" y="1106"/>
                      <a:pt x="2074" y="1073"/>
                      <a:pt x="2054" y="1036"/>
                    </a:cubicBezTo>
                    <a:cubicBezTo>
                      <a:pt x="2043" y="1017"/>
                      <a:pt x="2034" y="996"/>
                      <a:pt x="2024" y="974"/>
                    </a:cubicBezTo>
                    <a:cubicBezTo>
                      <a:pt x="1999" y="912"/>
                      <a:pt x="1982" y="840"/>
                      <a:pt x="1967" y="769"/>
                    </a:cubicBezTo>
                    <a:cubicBezTo>
                      <a:pt x="1936" y="624"/>
                      <a:pt x="1905" y="479"/>
                      <a:pt x="1874" y="334"/>
                    </a:cubicBezTo>
                    <a:cubicBezTo>
                      <a:pt x="1860" y="271"/>
                      <a:pt x="1846" y="206"/>
                      <a:pt x="1811" y="147"/>
                    </a:cubicBezTo>
                    <a:cubicBezTo>
                      <a:pt x="1764" y="68"/>
                      <a:pt x="1677" y="9"/>
                      <a:pt x="1597" y="3"/>
                    </a:cubicBezTo>
                    <a:cubicBezTo>
                      <a:pt x="1562" y="0"/>
                      <a:pt x="1530" y="5"/>
                      <a:pt x="1496" y="13"/>
                    </a:cubicBezTo>
                    <a:cubicBezTo>
                      <a:pt x="1396" y="37"/>
                      <a:pt x="1288" y="77"/>
                      <a:pt x="1181" y="117"/>
                    </a:cubicBezTo>
                    <a:cubicBezTo>
                      <a:pt x="1078" y="154"/>
                      <a:pt x="975" y="194"/>
                      <a:pt x="870" y="228"/>
                    </a:cubicBezTo>
                    <a:cubicBezTo>
                      <a:pt x="802" y="249"/>
                      <a:pt x="734" y="268"/>
                      <a:pt x="665" y="287"/>
                    </a:cubicBezTo>
                    <a:cubicBezTo>
                      <a:pt x="570" y="312"/>
                      <a:pt x="474" y="337"/>
                      <a:pt x="378" y="352"/>
                    </a:cubicBezTo>
                    <a:cubicBezTo>
                      <a:pt x="244" y="372"/>
                      <a:pt x="112" y="373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797175" y="546100"/>
                <a:ext cx="6618284" cy="2592387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1204" extrusionOk="0">
                    <a:moveTo>
                      <a:pt x="3075" y="1066"/>
                    </a:moveTo>
                    <a:cubicBezTo>
                      <a:pt x="2960" y="1055"/>
                      <a:pt x="2816" y="1037"/>
                      <a:pt x="2658" y="1005"/>
                    </a:cubicBezTo>
                    <a:cubicBezTo>
                      <a:pt x="2638" y="1001"/>
                      <a:pt x="2611" y="993"/>
                      <a:pt x="2579" y="1010"/>
                    </a:cubicBezTo>
                    <a:cubicBezTo>
                      <a:pt x="2554" y="1023"/>
                      <a:pt x="2538" y="1050"/>
                      <a:pt x="2520" y="1073"/>
                    </a:cubicBezTo>
                    <a:cubicBezTo>
                      <a:pt x="2448" y="1165"/>
                      <a:pt x="2316" y="1204"/>
                      <a:pt x="2220" y="1176"/>
                    </a:cubicBezTo>
                    <a:cubicBezTo>
                      <a:pt x="2179" y="1164"/>
                      <a:pt x="2147" y="1145"/>
                      <a:pt x="2118" y="1120"/>
                    </a:cubicBezTo>
                    <a:cubicBezTo>
                      <a:pt x="2089" y="1095"/>
                      <a:pt x="2064" y="1064"/>
                      <a:pt x="2042" y="1029"/>
                    </a:cubicBezTo>
                    <a:cubicBezTo>
                      <a:pt x="2030" y="1011"/>
                      <a:pt x="2019" y="991"/>
                      <a:pt x="2009" y="970"/>
                    </a:cubicBezTo>
                    <a:cubicBezTo>
                      <a:pt x="1981" y="910"/>
                      <a:pt x="1963" y="838"/>
                      <a:pt x="1946" y="769"/>
                    </a:cubicBezTo>
                    <a:cubicBezTo>
                      <a:pt x="1912" y="625"/>
                      <a:pt x="1877" y="482"/>
                      <a:pt x="1843" y="339"/>
                    </a:cubicBezTo>
                    <a:cubicBezTo>
                      <a:pt x="1828" y="276"/>
                      <a:pt x="1812" y="212"/>
                      <a:pt x="1778" y="154"/>
                    </a:cubicBezTo>
                    <a:cubicBezTo>
                      <a:pt x="1731" y="75"/>
                      <a:pt x="1647" y="15"/>
                      <a:pt x="1569" y="5"/>
                    </a:cubicBezTo>
                    <a:cubicBezTo>
                      <a:pt x="1535" y="0"/>
                      <a:pt x="1502" y="3"/>
                      <a:pt x="1468" y="9"/>
                    </a:cubicBezTo>
                    <a:cubicBezTo>
                      <a:pt x="1370" y="28"/>
                      <a:pt x="1263" y="66"/>
                      <a:pt x="1158" y="104"/>
                    </a:cubicBezTo>
                    <a:cubicBezTo>
                      <a:pt x="1056" y="141"/>
                      <a:pt x="955" y="181"/>
                      <a:pt x="851" y="214"/>
                    </a:cubicBezTo>
                    <a:cubicBezTo>
                      <a:pt x="785" y="236"/>
                      <a:pt x="718" y="255"/>
                      <a:pt x="650" y="273"/>
                    </a:cubicBezTo>
                    <a:cubicBezTo>
                      <a:pt x="557" y="298"/>
                      <a:pt x="463" y="323"/>
                      <a:pt x="368" y="338"/>
                    </a:cubicBezTo>
                    <a:cubicBezTo>
                      <a:pt x="237" y="360"/>
                      <a:pt x="107" y="365"/>
                      <a:pt x="0" y="36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854325" y="635000"/>
                <a:ext cx="6591299" cy="2528888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1175" extrusionOk="0">
                    <a:moveTo>
                      <a:pt x="3062" y="948"/>
                    </a:moveTo>
                    <a:cubicBezTo>
                      <a:pt x="2952" y="964"/>
                      <a:pt x="2809" y="972"/>
                      <a:pt x="2650" y="965"/>
                    </a:cubicBezTo>
                    <a:cubicBezTo>
                      <a:pt x="2630" y="964"/>
                      <a:pt x="2604" y="960"/>
                      <a:pt x="2573" y="978"/>
                    </a:cubicBezTo>
                    <a:cubicBezTo>
                      <a:pt x="2549" y="992"/>
                      <a:pt x="2532" y="1018"/>
                      <a:pt x="2515" y="1041"/>
                    </a:cubicBezTo>
                    <a:cubicBezTo>
                      <a:pt x="2443" y="1133"/>
                      <a:pt x="2314" y="1175"/>
                      <a:pt x="2218" y="1154"/>
                    </a:cubicBezTo>
                    <a:cubicBezTo>
                      <a:pt x="2178" y="1144"/>
                      <a:pt x="2144" y="1128"/>
                      <a:pt x="2114" y="1106"/>
                    </a:cubicBezTo>
                    <a:cubicBezTo>
                      <a:pt x="2083" y="1084"/>
                      <a:pt x="2056" y="1056"/>
                      <a:pt x="2031" y="1023"/>
                    </a:cubicBezTo>
                    <a:cubicBezTo>
                      <a:pt x="2018" y="1005"/>
                      <a:pt x="2006" y="986"/>
                      <a:pt x="1995" y="966"/>
                    </a:cubicBezTo>
                    <a:cubicBezTo>
                      <a:pt x="1964" y="907"/>
                      <a:pt x="1944" y="837"/>
                      <a:pt x="1926" y="768"/>
                    </a:cubicBezTo>
                    <a:cubicBezTo>
                      <a:pt x="1888" y="627"/>
                      <a:pt x="1851" y="485"/>
                      <a:pt x="1813" y="344"/>
                    </a:cubicBezTo>
                    <a:cubicBezTo>
                      <a:pt x="1797" y="282"/>
                      <a:pt x="1780" y="219"/>
                      <a:pt x="1745" y="161"/>
                    </a:cubicBezTo>
                    <a:cubicBezTo>
                      <a:pt x="1699" y="83"/>
                      <a:pt x="1619" y="21"/>
                      <a:pt x="1541" y="6"/>
                    </a:cubicBezTo>
                    <a:cubicBezTo>
                      <a:pt x="1508" y="0"/>
                      <a:pt x="1476" y="0"/>
                      <a:pt x="1441" y="5"/>
                    </a:cubicBezTo>
                    <a:cubicBezTo>
                      <a:pt x="1344" y="19"/>
                      <a:pt x="1238" y="54"/>
                      <a:pt x="1135" y="91"/>
                    </a:cubicBezTo>
                    <a:cubicBezTo>
                      <a:pt x="1035" y="127"/>
                      <a:pt x="936" y="168"/>
                      <a:pt x="834" y="201"/>
                    </a:cubicBezTo>
                    <a:cubicBezTo>
                      <a:pt x="770" y="222"/>
                      <a:pt x="703" y="241"/>
                      <a:pt x="637" y="259"/>
                    </a:cubicBezTo>
                    <a:cubicBezTo>
                      <a:pt x="545" y="284"/>
                      <a:pt x="453" y="308"/>
                      <a:pt x="360" y="325"/>
                    </a:cubicBezTo>
                    <a:cubicBezTo>
                      <a:pt x="231" y="348"/>
                      <a:pt x="104" y="357"/>
                      <a:pt x="0" y="3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913063" y="719137"/>
                <a:ext cx="6562729" cy="2473326"/>
              </a:xfrm>
              <a:custGeom>
                <a:avLst/>
                <a:gdLst/>
                <a:ahLst/>
                <a:cxnLst/>
                <a:rect l="l" t="t" r="r" b="b"/>
                <a:pathLst>
                  <a:path w="3049" h="1149" extrusionOk="0">
                    <a:moveTo>
                      <a:pt x="3049" y="831"/>
                    </a:moveTo>
                    <a:cubicBezTo>
                      <a:pt x="2943" y="875"/>
                      <a:pt x="2802" y="910"/>
                      <a:pt x="2642" y="928"/>
                    </a:cubicBezTo>
                    <a:cubicBezTo>
                      <a:pt x="2623" y="930"/>
                      <a:pt x="2597" y="929"/>
                      <a:pt x="2567" y="949"/>
                    </a:cubicBezTo>
                    <a:cubicBezTo>
                      <a:pt x="2544" y="963"/>
                      <a:pt x="2527" y="989"/>
                      <a:pt x="2509" y="1012"/>
                    </a:cubicBezTo>
                    <a:cubicBezTo>
                      <a:pt x="2437" y="1103"/>
                      <a:pt x="2313" y="1149"/>
                      <a:pt x="2216" y="1133"/>
                    </a:cubicBezTo>
                    <a:cubicBezTo>
                      <a:pt x="2176" y="1127"/>
                      <a:pt x="2141" y="1113"/>
                      <a:pt x="2109" y="1094"/>
                    </a:cubicBezTo>
                    <a:cubicBezTo>
                      <a:pt x="2076" y="1075"/>
                      <a:pt x="2047" y="1049"/>
                      <a:pt x="2020" y="1018"/>
                    </a:cubicBezTo>
                    <a:cubicBezTo>
                      <a:pt x="2006" y="1002"/>
                      <a:pt x="1993" y="984"/>
                      <a:pt x="1981" y="963"/>
                    </a:cubicBezTo>
                    <a:cubicBezTo>
                      <a:pt x="1947" y="907"/>
                      <a:pt x="1926" y="838"/>
                      <a:pt x="1906" y="770"/>
                    </a:cubicBezTo>
                    <a:cubicBezTo>
                      <a:pt x="1865" y="630"/>
                      <a:pt x="1824" y="490"/>
                      <a:pt x="1783" y="350"/>
                    </a:cubicBezTo>
                    <a:cubicBezTo>
                      <a:pt x="1765" y="290"/>
                      <a:pt x="1747" y="227"/>
                      <a:pt x="1713" y="170"/>
                    </a:cubicBezTo>
                    <a:cubicBezTo>
                      <a:pt x="1667" y="92"/>
                      <a:pt x="1590" y="29"/>
                      <a:pt x="1514" y="10"/>
                    </a:cubicBezTo>
                    <a:cubicBezTo>
                      <a:pt x="1481" y="2"/>
                      <a:pt x="1449" y="0"/>
                      <a:pt x="1415" y="3"/>
                    </a:cubicBezTo>
                    <a:cubicBezTo>
                      <a:pt x="1319" y="12"/>
                      <a:pt x="1213" y="45"/>
                      <a:pt x="1112" y="81"/>
                    </a:cubicBezTo>
                    <a:cubicBezTo>
                      <a:pt x="1013" y="116"/>
                      <a:pt x="917" y="156"/>
                      <a:pt x="817" y="190"/>
                    </a:cubicBezTo>
                    <a:cubicBezTo>
                      <a:pt x="754" y="211"/>
                      <a:pt x="689" y="230"/>
                      <a:pt x="623" y="248"/>
                    </a:cubicBezTo>
                    <a:cubicBezTo>
                      <a:pt x="533" y="273"/>
                      <a:pt x="442" y="296"/>
                      <a:pt x="352" y="314"/>
                    </a:cubicBezTo>
                    <a:cubicBezTo>
                      <a:pt x="225" y="338"/>
                      <a:pt x="101" y="351"/>
                      <a:pt x="0" y="36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971800" y="803275"/>
                <a:ext cx="6534148" cy="2414589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1122" extrusionOk="0">
                    <a:moveTo>
                      <a:pt x="3036" y="715"/>
                    </a:moveTo>
                    <a:cubicBezTo>
                      <a:pt x="2934" y="786"/>
                      <a:pt x="2794" y="847"/>
                      <a:pt x="2635" y="890"/>
                    </a:cubicBezTo>
                    <a:cubicBezTo>
                      <a:pt x="2615" y="896"/>
                      <a:pt x="2590" y="898"/>
                      <a:pt x="2560" y="919"/>
                    </a:cubicBezTo>
                    <a:cubicBezTo>
                      <a:pt x="2538" y="934"/>
                      <a:pt x="2521" y="960"/>
                      <a:pt x="2504" y="982"/>
                    </a:cubicBezTo>
                    <a:cubicBezTo>
                      <a:pt x="2432" y="1073"/>
                      <a:pt x="2312" y="1122"/>
                      <a:pt x="2214" y="1113"/>
                    </a:cubicBezTo>
                    <a:cubicBezTo>
                      <a:pt x="2174" y="1109"/>
                      <a:pt x="2138" y="1099"/>
                      <a:pt x="2104" y="1082"/>
                    </a:cubicBezTo>
                    <a:cubicBezTo>
                      <a:pt x="2070" y="1066"/>
                      <a:pt x="2038" y="1042"/>
                      <a:pt x="2009" y="1013"/>
                    </a:cubicBezTo>
                    <a:cubicBezTo>
                      <a:pt x="1994" y="998"/>
                      <a:pt x="1980" y="981"/>
                      <a:pt x="1967" y="961"/>
                    </a:cubicBezTo>
                    <a:cubicBezTo>
                      <a:pt x="1930" y="907"/>
                      <a:pt x="1907" y="838"/>
                      <a:pt x="1886" y="771"/>
                    </a:cubicBezTo>
                    <a:cubicBezTo>
                      <a:pt x="1842" y="633"/>
                      <a:pt x="1797" y="495"/>
                      <a:pt x="1753" y="357"/>
                    </a:cubicBezTo>
                    <a:cubicBezTo>
                      <a:pt x="1734" y="297"/>
                      <a:pt x="1714" y="236"/>
                      <a:pt x="1680" y="179"/>
                    </a:cubicBezTo>
                    <a:cubicBezTo>
                      <a:pt x="1635" y="101"/>
                      <a:pt x="1561" y="36"/>
                      <a:pt x="1487" y="13"/>
                    </a:cubicBezTo>
                    <a:cubicBezTo>
                      <a:pt x="1454" y="3"/>
                      <a:pt x="1422" y="0"/>
                      <a:pt x="1388" y="1"/>
                    </a:cubicBezTo>
                    <a:cubicBezTo>
                      <a:pt x="1293" y="4"/>
                      <a:pt x="1189" y="35"/>
                      <a:pt x="1089" y="70"/>
                    </a:cubicBezTo>
                    <a:cubicBezTo>
                      <a:pt x="992" y="104"/>
                      <a:pt x="898" y="145"/>
                      <a:pt x="800" y="178"/>
                    </a:cubicBezTo>
                    <a:cubicBezTo>
                      <a:pt x="738" y="200"/>
                      <a:pt x="674" y="218"/>
                      <a:pt x="610" y="236"/>
                    </a:cubicBezTo>
                    <a:cubicBezTo>
                      <a:pt x="521" y="261"/>
                      <a:pt x="432" y="284"/>
                      <a:pt x="343" y="302"/>
                    </a:cubicBezTo>
                    <a:cubicBezTo>
                      <a:pt x="219" y="328"/>
                      <a:pt x="98" y="346"/>
                      <a:pt x="0" y="36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3028950" y="881063"/>
                <a:ext cx="6507166" cy="2362199"/>
              </a:xfrm>
              <a:custGeom>
                <a:avLst/>
                <a:gdLst/>
                <a:ahLst/>
                <a:cxnLst/>
                <a:rect l="l" t="t" r="r" b="b"/>
                <a:pathLst>
                  <a:path w="3023" h="1098" extrusionOk="0">
                    <a:moveTo>
                      <a:pt x="3023" y="602"/>
                    </a:moveTo>
                    <a:cubicBezTo>
                      <a:pt x="2925" y="700"/>
                      <a:pt x="2787" y="787"/>
                      <a:pt x="2627" y="856"/>
                    </a:cubicBezTo>
                    <a:cubicBezTo>
                      <a:pt x="2607" y="864"/>
                      <a:pt x="2583" y="871"/>
                      <a:pt x="2554" y="892"/>
                    </a:cubicBezTo>
                    <a:cubicBezTo>
                      <a:pt x="2533" y="909"/>
                      <a:pt x="2516" y="933"/>
                      <a:pt x="2498" y="956"/>
                    </a:cubicBezTo>
                    <a:cubicBezTo>
                      <a:pt x="2426" y="1046"/>
                      <a:pt x="2311" y="1098"/>
                      <a:pt x="2213" y="1096"/>
                    </a:cubicBezTo>
                    <a:cubicBezTo>
                      <a:pt x="2172" y="1095"/>
                      <a:pt x="2135" y="1087"/>
                      <a:pt x="2100" y="1073"/>
                    </a:cubicBezTo>
                    <a:cubicBezTo>
                      <a:pt x="2064" y="1060"/>
                      <a:pt x="2030" y="1039"/>
                      <a:pt x="1998" y="1012"/>
                    </a:cubicBezTo>
                    <a:cubicBezTo>
                      <a:pt x="1982" y="997"/>
                      <a:pt x="1967" y="981"/>
                      <a:pt x="1953" y="962"/>
                    </a:cubicBezTo>
                    <a:cubicBezTo>
                      <a:pt x="1913" y="910"/>
                      <a:pt x="1889" y="842"/>
                      <a:pt x="1866" y="776"/>
                    </a:cubicBezTo>
                    <a:cubicBezTo>
                      <a:pt x="1818" y="640"/>
                      <a:pt x="1771" y="504"/>
                      <a:pt x="1723" y="367"/>
                    </a:cubicBezTo>
                    <a:cubicBezTo>
                      <a:pt x="1702" y="308"/>
                      <a:pt x="1681" y="248"/>
                      <a:pt x="1648" y="191"/>
                    </a:cubicBezTo>
                    <a:cubicBezTo>
                      <a:pt x="1603" y="114"/>
                      <a:pt x="1533" y="47"/>
                      <a:pt x="1459" y="20"/>
                    </a:cubicBezTo>
                    <a:cubicBezTo>
                      <a:pt x="1427" y="8"/>
                      <a:pt x="1396" y="2"/>
                      <a:pt x="1361" y="2"/>
                    </a:cubicBezTo>
                    <a:cubicBezTo>
                      <a:pt x="1268" y="0"/>
                      <a:pt x="1164" y="29"/>
                      <a:pt x="1066" y="62"/>
                    </a:cubicBezTo>
                    <a:cubicBezTo>
                      <a:pt x="971" y="96"/>
                      <a:pt x="879" y="137"/>
                      <a:pt x="783" y="170"/>
                    </a:cubicBezTo>
                    <a:cubicBezTo>
                      <a:pt x="722" y="191"/>
                      <a:pt x="659" y="210"/>
                      <a:pt x="596" y="227"/>
                    </a:cubicBezTo>
                    <a:cubicBezTo>
                      <a:pt x="510" y="252"/>
                      <a:pt x="422" y="275"/>
                      <a:pt x="335" y="294"/>
                    </a:cubicBezTo>
                    <a:cubicBezTo>
                      <a:pt x="213" y="322"/>
                      <a:pt x="95" y="343"/>
                      <a:pt x="0" y="3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3087688" y="949325"/>
                <a:ext cx="6477001" cy="2333624"/>
              </a:xfrm>
              <a:custGeom>
                <a:avLst/>
                <a:gdLst/>
                <a:ahLst/>
                <a:cxnLst/>
                <a:rect l="l" t="t" r="r" b="b"/>
                <a:pathLst>
                  <a:path w="3010" h="1084" extrusionOk="0">
                    <a:moveTo>
                      <a:pt x="3010" y="493"/>
                    </a:moveTo>
                    <a:cubicBezTo>
                      <a:pt x="2917" y="618"/>
                      <a:pt x="2780" y="730"/>
                      <a:pt x="2619" y="825"/>
                    </a:cubicBezTo>
                    <a:cubicBezTo>
                      <a:pt x="2600" y="837"/>
                      <a:pt x="2576" y="847"/>
                      <a:pt x="2548" y="870"/>
                    </a:cubicBezTo>
                    <a:cubicBezTo>
                      <a:pt x="2527" y="887"/>
                      <a:pt x="2510" y="911"/>
                      <a:pt x="2493" y="933"/>
                    </a:cubicBezTo>
                    <a:cubicBezTo>
                      <a:pt x="2420" y="1023"/>
                      <a:pt x="2310" y="1078"/>
                      <a:pt x="2211" y="1082"/>
                    </a:cubicBezTo>
                    <a:cubicBezTo>
                      <a:pt x="2170" y="1084"/>
                      <a:pt x="2132" y="1079"/>
                      <a:pt x="2095" y="1068"/>
                    </a:cubicBezTo>
                    <a:cubicBezTo>
                      <a:pt x="2057" y="1057"/>
                      <a:pt x="2021" y="1039"/>
                      <a:pt x="1988" y="1014"/>
                    </a:cubicBezTo>
                    <a:cubicBezTo>
                      <a:pt x="1970" y="1001"/>
                      <a:pt x="1954" y="985"/>
                      <a:pt x="1939" y="967"/>
                    </a:cubicBezTo>
                    <a:cubicBezTo>
                      <a:pt x="1896" y="917"/>
                      <a:pt x="1870" y="850"/>
                      <a:pt x="1845" y="784"/>
                    </a:cubicBezTo>
                    <a:cubicBezTo>
                      <a:pt x="1795" y="650"/>
                      <a:pt x="1744" y="516"/>
                      <a:pt x="1693" y="381"/>
                    </a:cubicBezTo>
                    <a:cubicBezTo>
                      <a:pt x="1671" y="323"/>
                      <a:pt x="1648" y="263"/>
                      <a:pt x="1615" y="207"/>
                    </a:cubicBezTo>
                    <a:cubicBezTo>
                      <a:pt x="1571" y="130"/>
                      <a:pt x="1504" y="62"/>
                      <a:pt x="1432" y="31"/>
                    </a:cubicBezTo>
                    <a:cubicBezTo>
                      <a:pt x="1401" y="17"/>
                      <a:pt x="1369" y="9"/>
                      <a:pt x="1335" y="7"/>
                    </a:cubicBezTo>
                    <a:cubicBezTo>
                      <a:pt x="1242" y="0"/>
                      <a:pt x="1140" y="26"/>
                      <a:pt x="1044" y="59"/>
                    </a:cubicBezTo>
                    <a:cubicBezTo>
                      <a:pt x="949" y="91"/>
                      <a:pt x="860" y="132"/>
                      <a:pt x="766" y="166"/>
                    </a:cubicBezTo>
                    <a:cubicBezTo>
                      <a:pt x="706" y="187"/>
                      <a:pt x="645" y="205"/>
                      <a:pt x="583" y="223"/>
                    </a:cubicBezTo>
                    <a:cubicBezTo>
                      <a:pt x="498" y="247"/>
                      <a:pt x="411" y="269"/>
                      <a:pt x="327" y="290"/>
                    </a:cubicBezTo>
                    <a:cubicBezTo>
                      <a:pt x="207" y="319"/>
                      <a:pt x="92" y="344"/>
                      <a:pt x="0" y="3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3144838" y="1017588"/>
                <a:ext cx="6450016" cy="2309812"/>
              </a:xfrm>
              <a:custGeom>
                <a:avLst/>
                <a:gdLst/>
                <a:ahLst/>
                <a:cxnLst/>
                <a:rect l="l" t="t" r="r" b="b"/>
                <a:pathLst>
                  <a:path w="2997" h="1073" extrusionOk="0">
                    <a:moveTo>
                      <a:pt x="2997" y="383"/>
                    </a:moveTo>
                    <a:cubicBezTo>
                      <a:pt x="2908" y="536"/>
                      <a:pt x="2772" y="674"/>
                      <a:pt x="2612" y="795"/>
                    </a:cubicBezTo>
                    <a:cubicBezTo>
                      <a:pt x="2592" y="810"/>
                      <a:pt x="2568" y="823"/>
                      <a:pt x="2542" y="847"/>
                    </a:cubicBezTo>
                    <a:cubicBezTo>
                      <a:pt x="2522" y="865"/>
                      <a:pt x="2505" y="889"/>
                      <a:pt x="2487" y="911"/>
                    </a:cubicBezTo>
                    <a:cubicBezTo>
                      <a:pt x="2415" y="1000"/>
                      <a:pt x="2308" y="1058"/>
                      <a:pt x="2209" y="1069"/>
                    </a:cubicBezTo>
                    <a:cubicBezTo>
                      <a:pt x="2168" y="1073"/>
                      <a:pt x="2129" y="1072"/>
                      <a:pt x="2090" y="1063"/>
                    </a:cubicBezTo>
                    <a:cubicBezTo>
                      <a:pt x="2051" y="1055"/>
                      <a:pt x="2012" y="1040"/>
                      <a:pt x="1977" y="1016"/>
                    </a:cubicBezTo>
                    <a:cubicBezTo>
                      <a:pt x="1958" y="1004"/>
                      <a:pt x="1941" y="989"/>
                      <a:pt x="1925" y="972"/>
                    </a:cubicBezTo>
                    <a:cubicBezTo>
                      <a:pt x="1879" y="923"/>
                      <a:pt x="1852" y="857"/>
                      <a:pt x="1825" y="793"/>
                    </a:cubicBezTo>
                    <a:cubicBezTo>
                      <a:pt x="1771" y="660"/>
                      <a:pt x="1717" y="528"/>
                      <a:pt x="1663" y="395"/>
                    </a:cubicBezTo>
                    <a:cubicBezTo>
                      <a:pt x="1639" y="337"/>
                      <a:pt x="1615" y="279"/>
                      <a:pt x="1583" y="223"/>
                    </a:cubicBezTo>
                    <a:cubicBezTo>
                      <a:pt x="1539" y="147"/>
                      <a:pt x="1475" y="77"/>
                      <a:pt x="1404" y="41"/>
                    </a:cubicBezTo>
                    <a:cubicBezTo>
                      <a:pt x="1374" y="26"/>
                      <a:pt x="1343" y="16"/>
                      <a:pt x="1308" y="12"/>
                    </a:cubicBezTo>
                    <a:cubicBezTo>
                      <a:pt x="1217" y="0"/>
                      <a:pt x="1115" y="23"/>
                      <a:pt x="1021" y="55"/>
                    </a:cubicBezTo>
                    <a:cubicBezTo>
                      <a:pt x="928" y="87"/>
                      <a:pt x="840" y="128"/>
                      <a:pt x="749" y="161"/>
                    </a:cubicBezTo>
                    <a:cubicBezTo>
                      <a:pt x="690" y="183"/>
                      <a:pt x="630" y="201"/>
                      <a:pt x="569" y="218"/>
                    </a:cubicBezTo>
                    <a:cubicBezTo>
                      <a:pt x="486" y="242"/>
                      <a:pt x="401" y="264"/>
                      <a:pt x="318" y="286"/>
                    </a:cubicBezTo>
                    <a:cubicBezTo>
                      <a:pt x="201" y="316"/>
                      <a:pt x="89" y="345"/>
                      <a:pt x="0" y="3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3203575" y="1089025"/>
                <a:ext cx="6421441" cy="2287587"/>
              </a:xfrm>
              <a:custGeom>
                <a:avLst/>
                <a:gdLst/>
                <a:ahLst/>
                <a:cxnLst/>
                <a:rect l="l" t="t" r="r" b="b"/>
                <a:pathLst>
                  <a:path w="2984" h="1063" extrusionOk="0">
                    <a:moveTo>
                      <a:pt x="2984" y="273"/>
                    </a:moveTo>
                    <a:cubicBezTo>
                      <a:pt x="2899" y="452"/>
                      <a:pt x="2765" y="617"/>
                      <a:pt x="2604" y="763"/>
                    </a:cubicBezTo>
                    <a:cubicBezTo>
                      <a:pt x="2584" y="781"/>
                      <a:pt x="2561" y="798"/>
                      <a:pt x="2535" y="823"/>
                    </a:cubicBezTo>
                    <a:cubicBezTo>
                      <a:pt x="2516" y="842"/>
                      <a:pt x="2499" y="866"/>
                      <a:pt x="2482" y="887"/>
                    </a:cubicBezTo>
                    <a:cubicBezTo>
                      <a:pt x="2409" y="975"/>
                      <a:pt x="2307" y="1038"/>
                      <a:pt x="2207" y="1055"/>
                    </a:cubicBezTo>
                    <a:cubicBezTo>
                      <a:pt x="2166" y="1062"/>
                      <a:pt x="2126" y="1063"/>
                      <a:pt x="2085" y="1057"/>
                    </a:cubicBezTo>
                    <a:cubicBezTo>
                      <a:pt x="2045" y="1052"/>
                      <a:pt x="2004" y="1039"/>
                      <a:pt x="1966" y="1018"/>
                    </a:cubicBezTo>
                    <a:cubicBezTo>
                      <a:pt x="1946" y="1006"/>
                      <a:pt x="1928" y="993"/>
                      <a:pt x="1911" y="976"/>
                    </a:cubicBezTo>
                    <a:cubicBezTo>
                      <a:pt x="1863" y="929"/>
                      <a:pt x="1833" y="864"/>
                      <a:pt x="1805" y="800"/>
                    </a:cubicBezTo>
                    <a:cubicBezTo>
                      <a:pt x="1748" y="670"/>
                      <a:pt x="1691" y="539"/>
                      <a:pt x="1633" y="408"/>
                    </a:cubicBezTo>
                    <a:cubicBezTo>
                      <a:pt x="1608" y="351"/>
                      <a:pt x="1583" y="293"/>
                      <a:pt x="1550" y="238"/>
                    </a:cubicBezTo>
                    <a:cubicBezTo>
                      <a:pt x="1506" y="162"/>
                      <a:pt x="1446" y="90"/>
                      <a:pt x="1377" y="51"/>
                    </a:cubicBezTo>
                    <a:cubicBezTo>
                      <a:pt x="1347" y="34"/>
                      <a:pt x="1316" y="22"/>
                      <a:pt x="1281" y="16"/>
                    </a:cubicBezTo>
                    <a:cubicBezTo>
                      <a:pt x="1191" y="0"/>
                      <a:pt x="1090" y="20"/>
                      <a:pt x="998" y="51"/>
                    </a:cubicBezTo>
                    <a:cubicBezTo>
                      <a:pt x="907" y="81"/>
                      <a:pt x="821" y="123"/>
                      <a:pt x="731" y="156"/>
                    </a:cubicBezTo>
                    <a:cubicBezTo>
                      <a:pt x="675" y="177"/>
                      <a:pt x="615" y="195"/>
                      <a:pt x="556" y="212"/>
                    </a:cubicBezTo>
                    <a:cubicBezTo>
                      <a:pt x="474" y="236"/>
                      <a:pt x="391" y="258"/>
                      <a:pt x="310" y="280"/>
                    </a:cubicBezTo>
                    <a:cubicBezTo>
                      <a:pt x="195" y="312"/>
                      <a:pt x="86" y="345"/>
                      <a:pt x="0" y="39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3263900" y="1158875"/>
                <a:ext cx="6391277" cy="227012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055" extrusionOk="0">
                    <a:moveTo>
                      <a:pt x="2970" y="164"/>
                    </a:moveTo>
                    <a:cubicBezTo>
                      <a:pt x="2890" y="370"/>
                      <a:pt x="2756" y="561"/>
                      <a:pt x="2595" y="733"/>
                    </a:cubicBezTo>
                    <a:cubicBezTo>
                      <a:pt x="2576" y="754"/>
                      <a:pt x="2553" y="774"/>
                      <a:pt x="2528" y="801"/>
                    </a:cubicBezTo>
                    <a:cubicBezTo>
                      <a:pt x="2510" y="820"/>
                      <a:pt x="2493" y="843"/>
                      <a:pt x="2475" y="865"/>
                    </a:cubicBezTo>
                    <a:cubicBezTo>
                      <a:pt x="2403" y="952"/>
                      <a:pt x="2305" y="1018"/>
                      <a:pt x="2205" y="1041"/>
                    </a:cubicBezTo>
                    <a:cubicBezTo>
                      <a:pt x="2163" y="1051"/>
                      <a:pt x="2122" y="1055"/>
                      <a:pt x="2080" y="1052"/>
                    </a:cubicBezTo>
                    <a:cubicBezTo>
                      <a:pt x="2037" y="1050"/>
                      <a:pt x="1994" y="1039"/>
                      <a:pt x="1954" y="1020"/>
                    </a:cubicBezTo>
                    <a:cubicBezTo>
                      <a:pt x="1933" y="1010"/>
                      <a:pt x="1914" y="997"/>
                      <a:pt x="1896" y="981"/>
                    </a:cubicBezTo>
                    <a:cubicBezTo>
                      <a:pt x="1845" y="936"/>
                      <a:pt x="1813" y="871"/>
                      <a:pt x="1784" y="809"/>
                    </a:cubicBezTo>
                    <a:cubicBezTo>
                      <a:pt x="1723" y="680"/>
                      <a:pt x="1663" y="551"/>
                      <a:pt x="1602" y="422"/>
                    </a:cubicBezTo>
                    <a:cubicBezTo>
                      <a:pt x="1576" y="366"/>
                      <a:pt x="1549" y="309"/>
                      <a:pt x="1517" y="254"/>
                    </a:cubicBezTo>
                    <a:cubicBezTo>
                      <a:pt x="1473" y="178"/>
                      <a:pt x="1417" y="105"/>
                      <a:pt x="1348" y="61"/>
                    </a:cubicBezTo>
                    <a:cubicBezTo>
                      <a:pt x="1319" y="43"/>
                      <a:pt x="1288" y="29"/>
                      <a:pt x="1254" y="21"/>
                    </a:cubicBezTo>
                    <a:cubicBezTo>
                      <a:pt x="1165" y="0"/>
                      <a:pt x="1065" y="17"/>
                      <a:pt x="974" y="47"/>
                    </a:cubicBezTo>
                    <a:cubicBezTo>
                      <a:pt x="885" y="76"/>
                      <a:pt x="801" y="119"/>
                      <a:pt x="713" y="152"/>
                    </a:cubicBezTo>
                    <a:cubicBezTo>
                      <a:pt x="658" y="173"/>
                      <a:pt x="600" y="191"/>
                      <a:pt x="541" y="208"/>
                    </a:cubicBezTo>
                    <a:cubicBezTo>
                      <a:pt x="461" y="231"/>
                      <a:pt x="379" y="253"/>
                      <a:pt x="301" y="276"/>
                    </a:cubicBezTo>
                    <a:cubicBezTo>
                      <a:pt x="188" y="310"/>
                      <a:pt x="82" y="346"/>
                      <a:pt x="0" y="40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3322638" y="1227138"/>
                <a:ext cx="6362703" cy="225425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047" extrusionOk="0">
                    <a:moveTo>
                      <a:pt x="2957" y="55"/>
                    </a:moveTo>
                    <a:cubicBezTo>
                      <a:pt x="2881" y="288"/>
                      <a:pt x="2748" y="505"/>
                      <a:pt x="2588" y="702"/>
                    </a:cubicBezTo>
                    <a:cubicBezTo>
                      <a:pt x="2568" y="727"/>
                      <a:pt x="2546" y="750"/>
                      <a:pt x="2522" y="778"/>
                    </a:cubicBezTo>
                    <a:cubicBezTo>
                      <a:pt x="2504" y="798"/>
                      <a:pt x="2487" y="821"/>
                      <a:pt x="2470" y="842"/>
                    </a:cubicBezTo>
                    <a:cubicBezTo>
                      <a:pt x="2397" y="929"/>
                      <a:pt x="2304" y="998"/>
                      <a:pt x="2203" y="1028"/>
                    </a:cubicBezTo>
                    <a:cubicBezTo>
                      <a:pt x="2161" y="1041"/>
                      <a:pt x="2119" y="1047"/>
                      <a:pt x="2075" y="1047"/>
                    </a:cubicBezTo>
                    <a:cubicBezTo>
                      <a:pt x="2031" y="1047"/>
                      <a:pt x="1985" y="1040"/>
                      <a:pt x="1943" y="1022"/>
                    </a:cubicBezTo>
                    <a:cubicBezTo>
                      <a:pt x="1921" y="1013"/>
                      <a:pt x="1901" y="1001"/>
                      <a:pt x="1882" y="986"/>
                    </a:cubicBezTo>
                    <a:cubicBezTo>
                      <a:pt x="1828" y="943"/>
                      <a:pt x="1795" y="879"/>
                      <a:pt x="1764" y="817"/>
                    </a:cubicBezTo>
                    <a:cubicBezTo>
                      <a:pt x="1700" y="690"/>
                      <a:pt x="1636" y="563"/>
                      <a:pt x="1572" y="436"/>
                    </a:cubicBezTo>
                    <a:cubicBezTo>
                      <a:pt x="1544" y="381"/>
                      <a:pt x="1516" y="324"/>
                      <a:pt x="1484" y="270"/>
                    </a:cubicBezTo>
                    <a:cubicBezTo>
                      <a:pt x="1441" y="195"/>
                      <a:pt x="1388" y="120"/>
                      <a:pt x="1321" y="72"/>
                    </a:cubicBezTo>
                    <a:cubicBezTo>
                      <a:pt x="1292" y="52"/>
                      <a:pt x="1262" y="36"/>
                      <a:pt x="1227" y="25"/>
                    </a:cubicBezTo>
                    <a:cubicBezTo>
                      <a:pt x="1139" y="0"/>
                      <a:pt x="1040" y="15"/>
                      <a:pt x="951" y="43"/>
                    </a:cubicBezTo>
                    <a:cubicBezTo>
                      <a:pt x="863" y="72"/>
                      <a:pt x="782" y="114"/>
                      <a:pt x="696" y="147"/>
                    </a:cubicBezTo>
                    <a:cubicBezTo>
                      <a:pt x="642" y="168"/>
                      <a:pt x="585" y="186"/>
                      <a:pt x="528" y="203"/>
                    </a:cubicBezTo>
                    <a:cubicBezTo>
                      <a:pt x="449" y="226"/>
                      <a:pt x="369" y="248"/>
                      <a:pt x="292" y="272"/>
                    </a:cubicBezTo>
                    <a:cubicBezTo>
                      <a:pt x="182" y="307"/>
                      <a:pt x="79" y="347"/>
                      <a:pt x="0" y="413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3379788" y="1177925"/>
                <a:ext cx="6335716" cy="236696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100" extrusionOk="0">
                    <a:moveTo>
                      <a:pt x="2944" y="0"/>
                    </a:moveTo>
                    <a:cubicBezTo>
                      <a:pt x="2872" y="261"/>
                      <a:pt x="2740" y="504"/>
                      <a:pt x="2580" y="727"/>
                    </a:cubicBezTo>
                    <a:cubicBezTo>
                      <a:pt x="2560" y="754"/>
                      <a:pt x="2539" y="781"/>
                      <a:pt x="2516" y="810"/>
                    </a:cubicBezTo>
                    <a:cubicBezTo>
                      <a:pt x="2499" y="831"/>
                      <a:pt x="2482" y="854"/>
                      <a:pt x="2464" y="875"/>
                    </a:cubicBezTo>
                    <a:cubicBezTo>
                      <a:pt x="2392" y="961"/>
                      <a:pt x="2302" y="1033"/>
                      <a:pt x="2201" y="1070"/>
                    </a:cubicBezTo>
                    <a:cubicBezTo>
                      <a:pt x="2160" y="1085"/>
                      <a:pt x="2116" y="1094"/>
                      <a:pt x="2070" y="1097"/>
                    </a:cubicBezTo>
                    <a:cubicBezTo>
                      <a:pt x="2025" y="1100"/>
                      <a:pt x="1976" y="1095"/>
                      <a:pt x="1932" y="1080"/>
                    </a:cubicBezTo>
                    <a:cubicBezTo>
                      <a:pt x="1909" y="1071"/>
                      <a:pt x="1887" y="1060"/>
                      <a:pt x="1867" y="1046"/>
                    </a:cubicBezTo>
                    <a:cubicBezTo>
                      <a:pt x="1811" y="1005"/>
                      <a:pt x="1776" y="942"/>
                      <a:pt x="1744" y="881"/>
                    </a:cubicBezTo>
                    <a:cubicBezTo>
                      <a:pt x="1677" y="756"/>
                      <a:pt x="1609" y="630"/>
                      <a:pt x="1542" y="505"/>
                    </a:cubicBezTo>
                    <a:cubicBezTo>
                      <a:pt x="1513" y="450"/>
                      <a:pt x="1483" y="395"/>
                      <a:pt x="1452" y="340"/>
                    </a:cubicBezTo>
                    <a:cubicBezTo>
                      <a:pt x="1409" y="266"/>
                      <a:pt x="1359" y="190"/>
                      <a:pt x="1294" y="138"/>
                    </a:cubicBezTo>
                    <a:cubicBezTo>
                      <a:pt x="1266" y="115"/>
                      <a:pt x="1235" y="97"/>
                      <a:pt x="1200" y="85"/>
                    </a:cubicBezTo>
                    <a:cubicBezTo>
                      <a:pt x="1113" y="55"/>
                      <a:pt x="1015" y="67"/>
                      <a:pt x="929" y="95"/>
                    </a:cubicBezTo>
                    <a:cubicBezTo>
                      <a:pt x="842" y="122"/>
                      <a:pt x="763" y="165"/>
                      <a:pt x="679" y="198"/>
                    </a:cubicBezTo>
                    <a:cubicBezTo>
                      <a:pt x="626" y="219"/>
                      <a:pt x="570" y="237"/>
                      <a:pt x="514" y="253"/>
                    </a:cubicBezTo>
                    <a:cubicBezTo>
                      <a:pt x="437" y="276"/>
                      <a:pt x="359" y="297"/>
                      <a:pt x="284" y="322"/>
                    </a:cubicBezTo>
                    <a:cubicBezTo>
                      <a:pt x="176" y="359"/>
                      <a:pt x="75" y="404"/>
                      <a:pt x="0" y="47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3438525" y="1011238"/>
                <a:ext cx="6307138" cy="2605088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1210" extrusionOk="0">
                    <a:moveTo>
                      <a:pt x="2931" y="0"/>
                    </a:moveTo>
                    <a:cubicBezTo>
                      <a:pt x="2863" y="288"/>
                      <a:pt x="2733" y="557"/>
                      <a:pt x="2572" y="806"/>
                    </a:cubicBezTo>
                    <a:cubicBezTo>
                      <a:pt x="2454" y="988"/>
                      <a:pt x="2296" y="1174"/>
                      <a:pt x="2066" y="1201"/>
                    </a:cubicBezTo>
                    <a:cubicBezTo>
                      <a:pt x="1994" y="1210"/>
                      <a:pt x="1915" y="1200"/>
                      <a:pt x="1853" y="1160"/>
                    </a:cubicBezTo>
                    <a:cubicBezTo>
                      <a:pt x="1794" y="1120"/>
                      <a:pt x="1758" y="1058"/>
                      <a:pt x="1724" y="998"/>
                    </a:cubicBezTo>
                    <a:cubicBezTo>
                      <a:pt x="1622" y="821"/>
                      <a:pt x="1521" y="643"/>
                      <a:pt x="1420" y="465"/>
                    </a:cubicBezTo>
                    <a:cubicBezTo>
                      <a:pt x="1359" y="360"/>
                      <a:pt x="1290" y="246"/>
                      <a:pt x="1174" y="199"/>
                    </a:cubicBezTo>
                    <a:cubicBezTo>
                      <a:pt x="1088" y="164"/>
                      <a:pt x="991" y="174"/>
                      <a:pt x="906" y="200"/>
                    </a:cubicBezTo>
                    <a:cubicBezTo>
                      <a:pt x="821" y="227"/>
                      <a:pt x="744" y="270"/>
                      <a:pt x="662" y="303"/>
                    </a:cubicBezTo>
                    <a:cubicBezTo>
                      <a:pt x="435" y="394"/>
                      <a:pt x="158" y="419"/>
                      <a:pt x="0" y="59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3422650" y="1179513"/>
                <a:ext cx="6313488" cy="2478089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1151" extrusionOk="0">
                    <a:moveTo>
                      <a:pt x="2933" y="0"/>
                    </a:moveTo>
                    <a:cubicBezTo>
                      <a:pt x="2882" y="193"/>
                      <a:pt x="2802" y="376"/>
                      <a:pt x="2704" y="551"/>
                    </a:cubicBezTo>
                    <a:cubicBezTo>
                      <a:pt x="2661" y="627"/>
                      <a:pt x="2615" y="701"/>
                      <a:pt x="2566" y="773"/>
                    </a:cubicBezTo>
                    <a:cubicBezTo>
                      <a:pt x="2539" y="812"/>
                      <a:pt x="2511" y="851"/>
                      <a:pt x="2480" y="889"/>
                    </a:cubicBezTo>
                    <a:cubicBezTo>
                      <a:pt x="2412" y="971"/>
                      <a:pt x="2332" y="1045"/>
                      <a:pt x="2238" y="1093"/>
                    </a:cubicBezTo>
                    <a:cubicBezTo>
                      <a:pt x="2186" y="1120"/>
                      <a:pt x="2128" y="1138"/>
                      <a:pt x="2065" y="1144"/>
                    </a:cubicBezTo>
                    <a:cubicBezTo>
                      <a:pt x="1995" y="1151"/>
                      <a:pt x="1918" y="1141"/>
                      <a:pt x="1857" y="1101"/>
                    </a:cubicBezTo>
                    <a:cubicBezTo>
                      <a:pt x="1799" y="1063"/>
                      <a:pt x="1763" y="1003"/>
                      <a:pt x="1728" y="944"/>
                    </a:cubicBezTo>
                    <a:cubicBezTo>
                      <a:pt x="1658" y="825"/>
                      <a:pt x="1587" y="705"/>
                      <a:pt x="1517" y="585"/>
                    </a:cubicBezTo>
                    <a:cubicBezTo>
                      <a:pt x="1484" y="528"/>
                      <a:pt x="1451" y="472"/>
                      <a:pt x="1418" y="416"/>
                    </a:cubicBezTo>
                    <a:cubicBezTo>
                      <a:pt x="1356" y="311"/>
                      <a:pt x="1285" y="199"/>
                      <a:pt x="1170" y="150"/>
                    </a:cubicBezTo>
                    <a:cubicBezTo>
                      <a:pt x="1085" y="114"/>
                      <a:pt x="989" y="119"/>
                      <a:pt x="905" y="142"/>
                    </a:cubicBezTo>
                    <a:cubicBezTo>
                      <a:pt x="821" y="165"/>
                      <a:pt x="744" y="203"/>
                      <a:pt x="663" y="232"/>
                    </a:cubicBezTo>
                    <a:cubicBezTo>
                      <a:pt x="581" y="261"/>
                      <a:pt x="493" y="281"/>
                      <a:pt x="406" y="304"/>
                    </a:cubicBezTo>
                    <a:cubicBezTo>
                      <a:pt x="253" y="344"/>
                      <a:pt x="103" y="390"/>
                      <a:pt x="0" y="498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3408363" y="1347788"/>
                <a:ext cx="6316663" cy="2352674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1093" extrusionOk="0">
                    <a:moveTo>
                      <a:pt x="2935" y="0"/>
                    </a:moveTo>
                    <a:cubicBezTo>
                      <a:pt x="2880" y="185"/>
                      <a:pt x="2798" y="361"/>
                      <a:pt x="2699" y="528"/>
                    </a:cubicBezTo>
                    <a:cubicBezTo>
                      <a:pt x="2655" y="601"/>
                      <a:pt x="2609" y="672"/>
                      <a:pt x="2559" y="741"/>
                    </a:cubicBezTo>
                    <a:cubicBezTo>
                      <a:pt x="2532" y="778"/>
                      <a:pt x="2504" y="815"/>
                      <a:pt x="2473" y="851"/>
                    </a:cubicBezTo>
                    <a:cubicBezTo>
                      <a:pt x="2405" y="929"/>
                      <a:pt x="2327" y="998"/>
                      <a:pt x="2234" y="1041"/>
                    </a:cubicBezTo>
                    <a:cubicBezTo>
                      <a:pt x="2182" y="1066"/>
                      <a:pt x="2126" y="1082"/>
                      <a:pt x="2064" y="1087"/>
                    </a:cubicBezTo>
                    <a:cubicBezTo>
                      <a:pt x="1995" y="1093"/>
                      <a:pt x="1920" y="1082"/>
                      <a:pt x="1861" y="1043"/>
                    </a:cubicBezTo>
                    <a:cubicBezTo>
                      <a:pt x="1804" y="1006"/>
                      <a:pt x="1768" y="947"/>
                      <a:pt x="1733" y="891"/>
                    </a:cubicBezTo>
                    <a:cubicBezTo>
                      <a:pt x="1661" y="772"/>
                      <a:pt x="1589" y="653"/>
                      <a:pt x="1517" y="534"/>
                    </a:cubicBezTo>
                    <a:cubicBezTo>
                      <a:pt x="1484" y="478"/>
                      <a:pt x="1450" y="422"/>
                      <a:pt x="1416" y="366"/>
                    </a:cubicBezTo>
                    <a:cubicBezTo>
                      <a:pt x="1353" y="262"/>
                      <a:pt x="1281" y="151"/>
                      <a:pt x="1167" y="100"/>
                    </a:cubicBezTo>
                    <a:cubicBezTo>
                      <a:pt x="1082" y="63"/>
                      <a:pt x="988" y="65"/>
                      <a:pt x="905" y="84"/>
                    </a:cubicBezTo>
                    <a:cubicBezTo>
                      <a:pt x="821" y="102"/>
                      <a:pt x="745" y="136"/>
                      <a:pt x="664" y="161"/>
                    </a:cubicBezTo>
                    <a:cubicBezTo>
                      <a:pt x="582" y="185"/>
                      <a:pt x="495" y="203"/>
                      <a:pt x="408" y="222"/>
                    </a:cubicBezTo>
                    <a:cubicBezTo>
                      <a:pt x="256" y="256"/>
                      <a:pt x="105" y="297"/>
                      <a:pt x="0" y="40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2" name="Google Shape;1302;p24"/>
            <p:cNvGrpSpPr/>
            <p:nvPr/>
          </p:nvGrpSpPr>
          <p:grpSpPr>
            <a:xfrm rot="2966106" flipH="1">
              <a:off x="-3484917" y="2957934"/>
              <a:ext cx="5005393" cy="2513542"/>
              <a:chOff x="871538" y="3179763"/>
              <a:chExt cx="7327898" cy="3679826"/>
            </a:xfrm>
          </p:grpSpPr>
          <p:sp>
            <p:nvSpPr>
              <p:cNvPr id="1303" name="Google Shape;1303;p24"/>
              <p:cNvSpPr/>
              <p:nvPr/>
            </p:nvSpPr>
            <p:spPr>
              <a:xfrm>
                <a:off x="1165225" y="3278188"/>
                <a:ext cx="7034210" cy="247967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1035" extrusionOk="0">
                    <a:moveTo>
                      <a:pt x="2937" y="0"/>
                    </a:moveTo>
                    <a:cubicBezTo>
                      <a:pt x="2879" y="177"/>
                      <a:pt x="2795" y="345"/>
                      <a:pt x="2694" y="505"/>
                    </a:cubicBezTo>
                    <a:cubicBezTo>
                      <a:pt x="2650" y="575"/>
                      <a:pt x="2603" y="644"/>
                      <a:pt x="2553" y="709"/>
                    </a:cubicBezTo>
                    <a:cubicBezTo>
                      <a:pt x="2526" y="744"/>
                      <a:pt x="2497" y="780"/>
                      <a:pt x="2467" y="813"/>
                    </a:cubicBezTo>
                    <a:cubicBezTo>
                      <a:pt x="2399" y="886"/>
                      <a:pt x="2321" y="950"/>
                      <a:pt x="2230" y="989"/>
                    </a:cubicBezTo>
                    <a:cubicBezTo>
                      <a:pt x="2179" y="1012"/>
                      <a:pt x="2124" y="1027"/>
                      <a:pt x="2064" y="1031"/>
                    </a:cubicBezTo>
                    <a:cubicBezTo>
                      <a:pt x="1997" y="1035"/>
                      <a:pt x="1923" y="1024"/>
                      <a:pt x="1865" y="985"/>
                    </a:cubicBezTo>
                    <a:cubicBezTo>
                      <a:pt x="1809" y="948"/>
                      <a:pt x="1773" y="891"/>
                      <a:pt x="1739" y="837"/>
                    </a:cubicBezTo>
                    <a:cubicBezTo>
                      <a:pt x="1664" y="720"/>
                      <a:pt x="1591" y="601"/>
                      <a:pt x="1518" y="483"/>
                    </a:cubicBezTo>
                    <a:cubicBezTo>
                      <a:pt x="1484" y="427"/>
                      <a:pt x="1449" y="372"/>
                      <a:pt x="1415" y="316"/>
                    </a:cubicBezTo>
                    <a:cubicBezTo>
                      <a:pt x="1350" y="213"/>
                      <a:pt x="1277" y="104"/>
                      <a:pt x="1164" y="51"/>
                    </a:cubicBezTo>
                    <a:cubicBezTo>
                      <a:pt x="1080" y="12"/>
                      <a:pt x="987" y="11"/>
                      <a:pt x="904" y="25"/>
                    </a:cubicBezTo>
                    <a:cubicBezTo>
                      <a:pt x="822" y="40"/>
                      <a:pt x="746" y="69"/>
                      <a:pt x="665" y="90"/>
                    </a:cubicBezTo>
                    <a:cubicBezTo>
                      <a:pt x="584" y="110"/>
                      <a:pt x="497" y="124"/>
                      <a:pt x="411" y="140"/>
                    </a:cubicBezTo>
                    <a:cubicBezTo>
                      <a:pt x="259" y="169"/>
                      <a:pt x="107" y="205"/>
                      <a:pt x="0" y="307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1146175" y="3362325"/>
                <a:ext cx="7042153" cy="2441575"/>
              </a:xfrm>
              <a:custGeom>
                <a:avLst/>
                <a:gdLst/>
                <a:ahLst/>
                <a:cxnLst/>
                <a:rect l="l" t="t" r="r" b="b"/>
                <a:pathLst>
                  <a:path w="2940" h="1019" extrusionOk="0">
                    <a:moveTo>
                      <a:pt x="2940" y="43"/>
                    </a:moveTo>
                    <a:cubicBezTo>
                      <a:pt x="2878" y="211"/>
                      <a:pt x="2792" y="373"/>
                      <a:pt x="2690" y="526"/>
                    </a:cubicBezTo>
                    <a:cubicBezTo>
                      <a:pt x="2645" y="593"/>
                      <a:pt x="2598" y="658"/>
                      <a:pt x="2548" y="720"/>
                    </a:cubicBezTo>
                    <a:cubicBezTo>
                      <a:pt x="2520" y="754"/>
                      <a:pt x="2492" y="787"/>
                      <a:pt x="2461" y="818"/>
                    </a:cubicBezTo>
                    <a:cubicBezTo>
                      <a:pt x="2393" y="886"/>
                      <a:pt x="2316" y="945"/>
                      <a:pt x="2227" y="981"/>
                    </a:cubicBezTo>
                    <a:cubicBezTo>
                      <a:pt x="2177" y="1001"/>
                      <a:pt x="2123" y="1014"/>
                      <a:pt x="2064" y="1017"/>
                    </a:cubicBezTo>
                    <a:cubicBezTo>
                      <a:pt x="1998" y="1019"/>
                      <a:pt x="1927" y="1008"/>
                      <a:pt x="1870" y="970"/>
                    </a:cubicBezTo>
                    <a:cubicBezTo>
                      <a:pt x="1815" y="934"/>
                      <a:pt x="1779" y="879"/>
                      <a:pt x="1744" y="826"/>
                    </a:cubicBezTo>
                    <a:cubicBezTo>
                      <a:pt x="1668" y="710"/>
                      <a:pt x="1594" y="593"/>
                      <a:pt x="1519" y="475"/>
                    </a:cubicBezTo>
                    <a:cubicBezTo>
                      <a:pt x="1485" y="420"/>
                      <a:pt x="1449" y="365"/>
                      <a:pt x="1414" y="310"/>
                    </a:cubicBezTo>
                    <a:cubicBezTo>
                      <a:pt x="1348" y="207"/>
                      <a:pt x="1273" y="99"/>
                      <a:pt x="1161" y="45"/>
                    </a:cubicBezTo>
                    <a:cubicBezTo>
                      <a:pt x="1079" y="5"/>
                      <a:pt x="987" y="0"/>
                      <a:pt x="905" y="10"/>
                    </a:cubicBezTo>
                    <a:cubicBezTo>
                      <a:pt x="823" y="20"/>
                      <a:pt x="747" y="45"/>
                      <a:pt x="667" y="61"/>
                    </a:cubicBezTo>
                    <a:cubicBezTo>
                      <a:pt x="586" y="78"/>
                      <a:pt x="500" y="88"/>
                      <a:pt x="414" y="101"/>
                    </a:cubicBezTo>
                    <a:cubicBezTo>
                      <a:pt x="262" y="124"/>
                      <a:pt x="110" y="155"/>
                      <a:pt x="0" y="25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1128713" y="3419475"/>
                <a:ext cx="7045327" cy="2432049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1015" extrusionOk="0">
                    <a:moveTo>
                      <a:pt x="2941" y="97"/>
                    </a:moveTo>
                    <a:cubicBezTo>
                      <a:pt x="2876" y="257"/>
                      <a:pt x="2787" y="411"/>
                      <a:pt x="2684" y="557"/>
                    </a:cubicBezTo>
                    <a:cubicBezTo>
                      <a:pt x="2639" y="621"/>
                      <a:pt x="2591" y="683"/>
                      <a:pt x="2541" y="742"/>
                    </a:cubicBezTo>
                    <a:cubicBezTo>
                      <a:pt x="2514" y="774"/>
                      <a:pt x="2485" y="805"/>
                      <a:pt x="2454" y="834"/>
                    </a:cubicBezTo>
                    <a:cubicBezTo>
                      <a:pt x="2386" y="898"/>
                      <a:pt x="2310" y="951"/>
                      <a:pt x="2223" y="983"/>
                    </a:cubicBezTo>
                    <a:cubicBezTo>
                      <a:pt x="2174" y="1001"/>
                      <a:pt x="2121" y="1012"/>
                      <a:pt x="2064" y="1014"/>
                    </a:cubicBezTo>
                    <a:cubicBezTo>
                      <a:pt x="1999" y="1015"/>
                      <a:pt x="1930" y="1003"/>
                      <a:pt x="1873" y="966"/>
                    </a:cubicBezTo>
                    <a:cubicBezTo>
                      <a:pt x="1820" y="931"/>
                      <a:pt x="1784" y="877"/>
                      <a:pt x="1749" y="826"/>
                    </a:cubicBezTo>
                    <a:cubicBezTo>
                      <a:pt x="1671" y="712"/>
                      <a:pt x="1595" y="595"/>
                      <a:pt x="1520" y="478"/>
                    </a:cubicBezTo>
                    <a:cubicBezTo>
                      <a:pt x="1484" y="423"/>
                      <a:pt x="1448" y="368"/>
                      <a:pt x="1412" y="314"/>
                    </a:cubicBezTo>
                    <a:cubicBezTo>
                      <a:pt x="1345" y="212"/>
                      <a:pt x="1269" y="105"/>
                      <a:pt x="1158" y="49"/>
                    </a:cubicBezTo>
                    <a:cubicBezTo>
                      <a:pt x="1076" y="8"/>
                      <a:pt x="986" y="0"/>
                      <a:pt x="904" y="6"/>
                    </a:cubicBezTo>
                    <a:cubicBezTo>
                      <a:pt x="823" y="12"/>
                      <a:pt x="748" y="32"/>
                      <a:pt x="668" y="44"/>
                    </a:cubicBezTo>
                    <a:cubicBezTo>
                      <a:pt x="588" y="57"/>
                      <a:pt x="502" y="63"/>
                      <a:pt x="416" y="73"/>
                    </a:cubicBezTo>
                    <a:cubicBezTo>
                      <a:pt x="265" y="90"/>
                      <a:pt x="112" y="117"/>
                      <a:pt x="0" y="21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1112838" y="3476625"/>
                <a:ext cx="7048500" cy="2422525"/>
              </a:xfrm>
              <a:custGeom>
                <a:avLst/>
                <a:gdLst/>
                <a:ahLst/>
                <a:cxnLst/>
                <a:rect l="l" t="t" r="r" b="b"/>
                <a:pathLst>
                  <a:path w="2943" h="1011" extrusionOk="0">
                    <a:moveTo>
                      <a:pt x="2943" y="151"/>
                    </a:moveTo>
                    <a:cubicBezTo>
                      <a:pt x="2874" y="303"/>
                      <a:pt x="2783" y="449"/>
                      <a:pt x="2679" y="588"/>
                    </a:cubicBezTo>
                    <a:cubicBezTo>
                      <a:pt x="2634" y="649"/>
                      <a:pt x="2585" y="708"/>
                      <a:pt x="2535" y="764"/>
                    </a:cubicBezTo>
                    <a:cubicBezTo>
                      <a:pt x="2507" y="794"/>
                      <a:pt x="2478" y="823"/>
                      <a:pt x="2447" y="850"/>
                    </a:cubicBezTo>
                    <a:cubicBezTo>
                      <a:pt x="2379" y="909"/>
                      <a:pt x="2304" y="957"/>
                      <a:pt x="2219" y="985"/>
                    </a:cubicBezTo>
                    <a:cubicBezTo>
                      <a:pt x="2171" y="1001"/>
                      <a:pt x="2119" y="1010"/>
                      <a:pt x="2063" y="1011"/>
                    </a:cubicBezTo>
                    <a:cubicBezTo>
                      <a:pt x="2000" y="1011"/>
                      <a:pt x="1932" y="998"/>
                      <a:pt x="1877" y="962"/>
                    </a:cubicBezTo>
                    <a:cubicBezTo>
                      <a:pt x="1824" y="927"/>
                      <a:pt x="1789" y="875"/>
                      <a:pt x="1754" y="826"/>
                    </a:cubicBezTo>
                    <a:cubicBezTo>
                      <a:pt x="1674" y="713"/>
                      <a:pt x="1597" y="597"/>
                      <a:pt x="1520" y="481"/>
                    </a:cubicBezTo>
                    <a:cubicBezTo>
                      <a:pt x="1484" y="426"/>
                      <a:pt x="1447" y="372"/>
                      <a:pt x="1410" y="318"/>
                    </a:cubicBezTo>
                    <a:cubicBezTo>
                      <a:pt x="1341" y="218"/>
                      <a:pt x="1265" y="112"/>
                      <a:pt x="1154" y="54"/>
                    </a:cubicBezTo>
                    <a:cubicBezTo>
                      <a:pt x="1073" y="11"/>
                      <a:pt x="984" y="0"/>
                      <a:pt x="904" y="2"/>
                    </a:cubicBezTo>
                    <a:cubicBezTo>
                      <a:pt x="823" y="4"/>
                      <a:pt x="748" y="19"/>
                      <a:pt x="669" y="27"/>
                    </a:cubicBezTo>
                    <a:cubicBezTo>
                      <a:pt x="589" y="36"/>
                      <a:pt x="503" y="39"/>
                      <a:pt x="418" y="45"/>
                    </a:cubicBezTo>
                    <a:cubicBezTo>
                      <a:pt x="268" y="57"/>
                      <a:pt x="114" y="78"/>
                      <a:pt x="0" y="17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1095375" y="3522663"/>
                <a:ext cx="7054851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14" extrusionOk="0">
                    <a:moveTo>
                      <a:pt x="2945" y="210"/>
                    </a:moveTo>
                    <a:cubicBezTo>
                      <a:pt x="2872" y="354"/>
                      <a:pt x="2779" y="493"/>
                      <a:pt x="2674" y="625"/>
                    </a:cubicBezTo>
                    <a:cubicBezTo>
                      <a:pt x="2628" y="682"/>
                      <a:pt x="2579" y="739"/>
                      <a:pt x="2528" y="791"/>
                    </a:cubicBezTo>
                    <a:cubicBezTo>
                      <a:pt x="2500" y="819"/>
                      <a:pt x="2471" y="846"/>
                      <a:pt x="2441" y="870"/>
                    </a:cubicBezTo>
                    <a:cubicBezTo>
                      <a:pt x="2373" y="925"/>
                      <a:pt x="2299" y="968"/>
                      <a:pt x="2215" y="992"/>
                    </a:cubicBezTo>
                    <a:cubicBezTo>
                      <a:pt x="2167" y="1006"/>
                      <a:pt x="2117" y="1014"/>
                      <a:pt x="2062" y="1013"/>
                    </a:cubicBezTo>
                    <a:cubicBezTo>
                      <a:pt x="2001" y="1011"/>
                      <a:pt x="1935" y="998"/>
                      <a:pt x="1881" y="963"/>
                    </a:cubicBezTo>
                    <a:cubicBezTo>
                      <a:pt x="1829" y="929"/>
                      <a:pt x="1794" y="879"/>
                      <a:pt x="1759" y="831"/>
                    </a:cubicBezTo>
                    <a:cubicBezTo>
                      <a:pt x="1677" y="720"/>
                      <a:pt x="1599" y="604"/>
                      <a:pt x="1520" y="489"/>
                    </a:cubicBezTo>
                    <a:cubicBezTo>
                      <a:pt x="1484" y="435"/>
                      <a:pt x="1446" y="381"/>
                      <a:pt x="1409" y="327"/>
                    </a:cubicBezTo>
                    <a:cubicBezTo>
                      <a:pt x="1338" y="228"/>
                      <a:pt x="1260" y="123"/>
                      <a:pt x="1151" y="63"/>
                    </a:cubicBezTo>
                    <a:cubicBezTo>
                      <a:pt x="1071" y="19"/>
                      <a:pt x="983" y="4"/>
                      <a:pt x="903" y="2"/>
                    </a:cubicBezTo>
                    <a:cubicBezTo>
                      <a:pt x="824" y="0"/>
                      <a:pt x="749" y="11"/>
                      <a:pt x="670" y="15"/>
                    </a:cubicBezTo>
                    <a:cubicBezTo>
                      <a:pt x="590" y="20"/>
                      <a:pt x="505" y="19"/>
                      <a:pt x="420" y="22"/>
                    </a:cubicBezTo>
                    <a:cubicBezTo>
                      <a:pt x="270" y="28"/>
                      <a:pt x="116" y="45"/>
                      <a:pt x="0" y="134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1079500" y="3560763"/>
                <a:ext cx="7056436" cy="2444749"/>
              </a:xfrm>
              <a:custGeom>
                <a:avLst/>
                <a:gdLst/>
                <a:ahLst/>
                <a:cxnLst/>
                <a:rect l="l" t="t" r="r" b="b"/>
                <a:pathLst>
                  <a:path w="2946" h="1020" extrusionOk="0">
                    <a:moveTo>
                      <a:pt x="2946" y="271"/>
                    </a:moveTo>
                    <a:cubicBezTo>
                      <a:pt x="2870" y="408"/>
                      <a:pt x="2775" y="539"/>
                      <a:pt x="2669" y="664"/>
                    </a:cubicBezTo>
                    <a:cubicBezTo>
                      <a:pt x="2622" y="719"/>
                      <a:pt x="2573" y="772"/>
                      <a:pt x="2522" y="820"/>
                    </a:cubicBezTo>
                    <a:cubicBezTo>
                      <a:pt x="2494" y="847"/>
                      <a:pt x="2464" y="872"/>
                      <a:pt x="2434" y="894"/>
                    </a:cubicBezTo>
                    <a:cubicBezTo>
                      <a:pt x="2366" y="945"/>
                      <a:pt x="2293" y="982"/>
                      <a:pt x="2210" y="1002"/>
                    </a:cubicBezTo>
                    <a:cubicBezTo>
                      <a:pt x="2164" y="1014"/>
                      <a:pt x="2114" y="1020"/>
                      <a:pt x="2061" y="1018"/>
                    </a:cubicBezTo>
                    <a:cubicBezTo>
                      <a:pt x="2002" y="1015"/>
                      <a:pt x="1938" y="1001"/>
                      <a:pt x="1885" y="966"/>
                    </a:cubicBezTo>
                    <a:cubicBezTo>
                      <a:pt x="1834" y="934"/>
                      <a:pt x="1799" y="885"/>
                      <a:pt x="1764" y="839"/>
                    </a:cubicBezTo>
                    <a:cubicBezTo>
                      <a:pt x="1680" y="729"/>
                      <a:pt x="1600" y="614"/>
                      <a:pt x="1521" y="500"/>
                    </a:cubicBezTo>
                    <a:cubicBezTo>
                      <a:pt x="1483" y="446"/>
                      <a:pt x="1445" y="393"/>
                      <a:pt x="1407" y="340"/>
                    </a:cubicBezTo>
                    <a:cubicBezTo>
                      <a:pt x="1335" y="241"/>
                      <a:pt x="1256" y="138"/>
                      <a:pt x="1147" y="76"/>
                    </a:cubicBezTo>
                    <a:cubicBezTo>
                      <a:pt x="1068" y="31"/>
                      <a:pt x="982" y="12"/>
                      <a:pt x="902" y="6"/>
                    </a:cubicBezTo>
                    <a:cubicBezTo>
                      <a:pt x="824" y="0"/>
                      <a:pt x="749" y="6"/>
                      <a:pt x="671" y="6"/>
                    </a:cubicBezTo>
                    <a:cubicBezTo>
                      <a:pt x="591" y="6"/>
                      <a:pt x="507" y="2"/>
                      <a:pt x="422" y="2"/>
                    </a:cubicBezTo>
                    <a:cubicBezTo>
                      <a:pt x="273" y="3"/>
                      <a:pt x="118" y="14"/>
                      <a:pt x="0" y="100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1060450" y="3543300"/>
                <a:ext cx="7062789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1049" extrusionOk="0">
                    <a:moveTo>
                      <a:pt x="2949" y="356"/>
                    </a:moveTo>
                    <a:cubicBezTo>
                      <a:pt x="2869" y="485"/>
                      <a:pt x="2772" y="608"/>
                      <a:pt x="2664" y="726"/>
                    </a:cubicBezTo>
                    <a:cubicBezTo>
                      <a:pt x="2617" y="778"/>
                      <a:pt x="2568" y="828"/>
                      <a:pt x="2516" y="873"/>
                    </a:cubicBezTo>
                    <a:cubicBezTo>
                      <a:pt x="2488" y="898"/>
                      <a:pt x="2459" y="921"/>
                      <a:pt x="2428" y="941"/>
                    </a:cubicBezTo>
                    <a:cubicBezTo>
                      <a:pt x="2360" y="987"/>
                      <a:pt x="2288" y="1019"/>
                      <a:pt x="2207" y="1036"/>
                    </a:cubicBezTo>
                    <a:cubicBezTo>
                      <a:pt x="2162" y="1045"/>
                      <a:pt x="2113" y="1049"/>
                      <a:pt x="2062" y="1046"/>
                    </a:cubicBezTo>
                    <a:cubicBezTo>
                      <a:pt x="2003" y="1042"/>
                      <a:pt x="1941" y="1027"/>
                      <a:pt x="1890" y="993"/>
                    </a:cubicBezTo>
                    <a:cubicBezTo>
                      <a:pt x="1840" y="961"/>
                      <a:pt x="1805" y="915"/>
                      <a:pt x="1770" y="870"/>
                    </a:cubicBezTo>
                    <a:cubicBezTo>
                      <a:pt x="1684" y="762"/>
                      <a:pt x="1603" y="647"/>
                      <a:pt x="1522" y="534"/>
                    </a:cubicBezTo>
                    <a:cubicBezTo>
                      <a:pt x="1484" y="480"/>
                      <a:pt x="1445" y="428"/>
                      <a:pt x="1406" y="375"/>
                    </a:cubicBezTo>
                    <a:cubicBezTo>
                      <a:pt x="1333" y="277"/>
                      <a:pt x="1252" y="175"/>
                      <a:pt x="1145" y="111"/>
                    </a:cubicBezTo>
                    <a:cubicBezTo>
                      <a:pt x="1066" y="65"/>
                      <a:pt x="982" y="43"/>
                      <a:pt x="903" y="33"/>
                    </a:cubicBezTo>
                    <a:cubicBezTo>
                      <a:pt x="825" y="23"/>
                      <a:pt x="751" y="24"/>
                      <a:pt x="673" y="20"/>
                    </a:cubicBezTo>
                    <a:cubicBezTo>
                      <a:pt x="594" y="16"/>
                      <a:pt x="510" y="9"/>
                      <a:pt x="425" y="5"/>
                    </a:cubicBezTo>
                    <a:cubicBezTo>
                      <a:pt x="277" y="0"/>
                      <a:pt x="121" y="7"/>
                      <a:pt x="0" y="8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1042988" y="3519488"/>
                <a:ext cx="7069135" cy="2590800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1081" extrusionOk="0">
                    <a:moveTo>
                      <a:pt x="2951" y="444"/>
                    </a:moveTo>
                    <a:cubicBezTo>
                      <a:pt x="2867" y="565"/>
                      <a:pt x="2768" y="681"/>
                      <a:pt x="2659" y="792"/>
                    </a:cubicBezTo>
                    <a:cubicBezTo>
                      <a:pt x="2612" y="840"/>
                      <a:pt x="2561" y="887"/>
                      <a:pt x="2510" y="929"/>
                    </a:cubicBezTo>
                    <a:cubicBezTo>
                      <a:pt x="2481" y="952"/>
                      <a:pt x="2452" y="973"/>
                      <a:pt x="2421" y="991"/>
                    </a:cubicBezTo>
                    <a:cubicBezTo>
                      <a:pt x="2354" y="1032"/>
                      <a:pt x="2282" y="1059"/>
                      <a:pt x="2203" y="1072"/>
                    </a:cubicBezTo>
                    <a:cubicBezTo>
                      <a:pt x="2158" y="1079"/>
                      <a:pt x="2111" y="1081"/>
                      <a:pt x="2061" y="1077"/>
                    </a:cubicBezTo>
                    <a:cubicBezTo>
                      <a:pt x="2004" y="1071"/>
                      <a:pt x="1944" y="1056"/>
                      <a:pt x="1893" y="1023"/>
                    </a:cubicBezTo>
                    <a:cubicBezTo>
                      <a:pt x="1845" y="992"/>
                      <a:pt x="1810" y="947"/>
                      <a:pt x="1774" y="904"/>
                    </a:cubicBezTo>
                    <a:cubicBezTo>
                      <a:pt x="1687" y="797"/>
                      <a:pt x="1605" y="684"/>
                      <a:pt x="1522" y="571"/>
                    </a:cubicBezTo>
                    <a:cubicBezTo>
                      <a:pt x="1484" y="518"/>
                      <a:pt x="1444" y="465"/>
                      <a:pt x="1404" y="413"/>
                    </a:cubicBezTo>
                    <a:cubicBezTo>
                      <a:pt x="1329" y="316"/>
                      <a:pt x="1248" y="215"/>
                      <a:pt x="1142" y="150"/>
                    </a:cubicBezTo>
                    <a:cubicBezTo>
                      <a:pt x="1064" y="102"/>
                      <a:pt x="980" y="77"/>
                      <a:pt x="902" y="62"/>
                    </a:cubicBezTo>
                    <a:cubicBezTo>
                      <a:pt x="825" y="48"/>
                      <a:pt x="751" y="45"/>
                      <a:pt x="674" y="37"/>
                    </a:cubicBezTo>
                    <a:cubicBezTo>
                      <a:pt x="595" y="29"/>
                      <a:pt x="511" y="18"/>
                      <a:pt x="427" y="11"/>
                    </a:cubicBezTo>
                    <a:cubicBezTo>
                      <a:pt x="279" y="0"/>
                      <a:pt x="123" y="3"/>
                      <a:pt x="0" y="81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1027113" y="3490913"/>
                <a:ext cx="7070726" cy="2674938"/>
              </a:xfrm>
              <a:custGeom>
                <a:avLst/>
                <a:gdLst/>
                <a:ahLst/>
                <a:cxnLst/>
                <a:rect l="l" t="t" r="r" b="b"/>
                <a:pathLst>
                  <a:path w="2952" h="1116" extrusionOk="0">
                    <a:moveTo>
                      <a:pt x="2952" y="534"/>
                    </a:moveTo>
                    <a:cubicBezTo>
                      <a:pt x="2865" y="647"/>
                      <a:pt x="2764" y="755"/>
                      <a:pt x="2654" y="859"/>
                    </a:cubicBezTo>
                    <a:cubicBezTo>
                      <a:pt x="2606" y="904"/>
                      <a:pt x="2555" y="949"/>
                      <a:pt x="2503" y="987"/>
                    </a:cubicBezTo>
                    <a:cubicBezTo>
                      <a:pt x="2475" y="1008"/>
                      <a:pt x="2445" y="1027"/>
                      <a:pt x="2414" y="1043"/>
                    </a:cubicBezTo>
                    <a:cubicBezTo>
                      <a:pt x="2347" y="1079"/>
                      <a:pt x="2276" y="1101"/>
                      <a:pt x="2199" y="1110"/>
                    </a:cubicBezTo>
                    <a:cubicBezTo>
                      <a:pt x="2155" y="1115"/>
                      <a:pt x="2109" y="1116"/>
                      <a:pt x="2060" y="1110"/>
                    </a:cubicBezTo>
                    <a:cubicBezTo>
                      <a:pt x="2005" y="1103"/>
                      <a:pt x="1947" y="1087"/>
                      <a:pt x="1897" y="1055"/>
                    </a:cubicBezTo>
                    <a:cubicBezTo>
                      <a:pt x="1849" y="1025"/>
                      <a:pt x="1814" y="982"/>
                      <a:pt x="1779" y="940"/>
                    </a:cubicBezTo>
                    <a:cubicBezTo>
                      <a:pt x="1690" y="835"/>
                      <a:pt x="1606" y="722"/>
                      <a:pt x="1523" y="610"/>
                    </a:cubicBezTo>
                    <a:cubicBezTo>
                      <a:pt x="1483" y="557"/>
                      <a:pt x="1443" y="505"/>
                      <a:pt x="1403" y="454"/>
                    </a:cubicBezTo>
                    <a:cubicBezTo>
                      <a:pt x="1326" y="357"/>
                      <a:pt x="1243" y="258"/>
                      <a:pt x="1138" y="190"/>
                    </a:cubicBezTo>
                    <a:cubicBezTo>
                      <a:pt x="1061" y="141"/>
                      <a:pt x="979" y="113"/>
                      <a:pt x="902" y="94"/>
                    </a:cubicBezTo>
                    <a:cubicBezTo>
                      <a:pt x="825" y="76"/>
                      <a:pt x="752" y="67"/>
                      <a:pt x="675" y="56"/>
                    </a:cubicBezTo>
                    <a:cubicBezTo>
                      <a:pt x="596" y="44"/>
                      <a:pt x="513" y="29"/>
                      <a:pt x="429" y="19"/>
                    </a:cubicBezTo>
                    <a:cubicBezTo>
                      <a:pt x="282" y="3"/>
                      <a:pt x="124" y="0"/>
                      <a:pt x="0" y="7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1009650" y="3457575"/>
                <a:ext cx="7075487" cy="2762251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1153" extrusionOk="0">
                    <a:moveTo>
                      <a:pt x="2954" y="626"/>
                    </a:moveTo>
                    <a:cubicBezTo>
                      <a:pt x="2863" y="731"/>
                      <a:pt x="2760" y="832"/>
                      <a:pt x="2648" y="928"/>
                    </a:cubicBezTo>
                    <a:cubicBezTo>
                      <a:pt x="2600" y="970"/>
                      <a:pt x="2549" y="1012"/>
                      <a:pt x="2497" y="1047"/>
                    </a:cubicBezTo>
                    <a:cubicBezTo>
                      <a:pt x="2468" y="1066"/>
                      <a:pt x="2438" y="1083"/>
                      <a:pt x="2408" y="1097"/>
                    </a:cubicBezTo>
                    <a:cubicBezTo>
                      <a:pt x="2340" y="1129"/>
                      <a:pt x="2270" y="1145"/>
                      <a:pt x="2195" y="1150"/>
                    </a:cubicBezTo>
                    <a:cubicBezTo>
                      <a:pt x="2152" y="1153"/>
                      <a:pt x="2107" y="1152"/>
                      <a:pt x="2060" y="1145"/>
                    </a:cubicBezTo>
                    <a:cubicBezTo>
                      <a:pt x="2006" y="1137"/>
                      <a:pt x="1949" y="1120"/>
                      <a:pt x="1901" y="1089"/>
                    </a:cubicBezTo>
                    <a:cubicBezTo>
                      <a:pt x="1854" y="1059"/>
                      <a:pt x="1819" y="1018"/>
                      <a:pt x="1784" y="978"/>
                    </a:cubicBezTo>
                    <a:cubicBezTo>
                      <a:pt x="1692" y="874"/>
                      <a:pt x="1608" y="762"/>
                      <a:pt x="1523" y="651"/>
                    </a:cubicBezTo>
                    <a:cubicBezTo>
                      <a:pt x="1483" y="599"/>
                      <a:pt x="1442" y="547"/>
                      <a:pt x="1401" y="496"/>
                    </a:cubicBezTo>
                    <a:cubicBezTo>
                      <a:pt x="1323" y="400"/>
                      <a:pt x="1239" y="302"/>
                      <a:pt x="1135" y="233"/>
                    </a:cubicBezTo>
                    <a:cubicBezTo>
                      <a:pt x="1059" y="183"/>
                      <a:pt x="978" y="151"/>
                      <a:pt x="901" y="128"/>
                    </a:cubicBezTo>
                    <a:cubicBezTo>
                      <a:pt x="826" y="106"/>
                      <a:pt x="752" y="92"/>
                      <a:pt x="675" y="77"/>
                    </a:cubicBezTo>
                    <a:cubicBezTo>
                      <a:pt x="597" y="60"/>
                      <a:pt x="515" y="42"/>
                      <a:pt x="431" y="30"/>
                    </a:cubicBezTo>
                    <a:cubicBezTo>
                      <a:pt x="285" y="7"/>
                      <a:pt x="126" y="0"/>
                      <a:pt x="0" y="7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990600" y="3421063"/>
                <a:ext cx="7083427" cy="2857501"/>
              </a:xfrm>
              <a:custGeom>
                <a:avLst/>
                <a:gdLst/>
                <a:ahLst/>
                <a:cxnLst/>
                <a:rect l="l" t="t" r="r" b="b"/>
                <a:pathLst>
                  <a:path w="2957" h="1192" extrusionOk="0">
                    <a:moveTo>
                      <a:pt x="2957" y="719"/>
                    </a:moveTo>
                    <a:cubicBezTo>
                      <a:pt x="2863" y="816"/>
                      <a:pt x="2757" y="909"/>
                      <a:pt x="2644" y="999"/>
                    </a:cubicBezTo>
                    <a:cubicBezTo>
                      <a:pt x="2595" y="1038"/>
                      <a:pt x="2544" y="1076"/>
                      <a:pt x="2491" y="1108"/>
                    </a:cubicBezTo>
                    <a:cubicBezTo>
                      <a:pt x="2462" y="1125"/>
                      <a:pt x="2433" y="1140"/>
                      <a:pt x="2402" y="1152"/>
                    </a:cubicBezTo>
                    <a:cubicBezTo>
                      <a:pt x="2334" y="1179"/>
                      <a:pt x="2266" y="1190"/>
                      <a:pt x="2191" y="1191"/>
                    </a:cubicBezTo>
                    <a:cubicBezTo>
                      <a:pt x="2150" y="1192"/>
                      <a:pt x="2106" y="1189"/>
                      <a:pt x="2060" y="1181"/>
                    </a:cubicBezTo>
                    <a:cubicBezTo>
                      <a:pt x="2008" y="1171"/>
                      <a:pt x="1953" y="1154"/>
                      <a:pt x="1906" y="1124"/>
                    </a:cubicBezTo>
                    <a:cubicBezTo>
                      <a:pt x="1860" y="1095"/>
                      <a:pt x="1825" y="1056"/>
                      <a:pt x="1790" y="1017"/>
                    </a:cubicBezTo>
                    <a:cubicBezTo>
                      <a:pt x="1696" y="915"/>
                      <a:pt x="1611" y="803"/>
                      <a:pt x="1524" y="693"/>
                    </a:cubicBezTo>
                    <a:cubicBezTo>
                      <a:pt x="1484" y="641"/>
                      <a:pt x="1442" y="590"/>
                      <a:pt x="1400" y="539"/>
                    </a:cubicBezTo>
                    <a:cubicBezTo>
                      <a:pt x="1321" y="444"/>
                      <a:pt x="1235" y="347"/>
                      <a:pt x="1132" y="276"/>
                    </a:cubicBezTo>
                    <a:cubicBezTo>
                      <a:pt x="1057" y="225"/>
                      <a:pt x="978" y="189"/>
                      <a:pt x="901" y="163"/>
                    </a:cubicBezTo>
                    <a:cubicBezTo>
                      <a:pt x="827" y="136"/>
                      <a:pt x="754" y="118"/>
                      <a:pt x="677" y="98"/>
                    </a:cubicBezTo>
                    <a:cubicBezTo>
                      <a:pt x="600" y="78"/>
                      <a:pt x="518" y="57"/>
                      <a:pt x="434" y="41"/>
                    </a:cubicBezTo>
                    <a:cubicBezTo>
                      <a:pt x="288" y="13"/>
                      <a:pt x="129" y="0"/>
                      <a:pt x="0" y="6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973138" y="3387725"/>
                <a:ext cx="7085009" cy="295910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235" extrusionOk="0">
                    <a:moveTo>
                      <a:pt x="2958" y="811"/>
                    </a:moveTo>
                    <a:cubicBezTo>
                      <a:pt x="2861" y="900"/>
                      <a:pt x="2753" y="985"/>
                      <a:pt x="2639" y="1068"/>
                    </a:cubicBezTo>
                    <a:cubicBezTo>
                      <a:pt x="2589" y="1104"/>
                      <a:pt x="2538" y="1139"/>
                      <a:pt x="2485" y="1168"/>
                    </a:cubicBezTo>
                    <a:cubicBezTo>
                      <a:pt x="2456" y="1183"/>
                      <a:pt x="2426" y="1196"/>
                      <a:pt x="2395" y="1206"/>
                    </a:cubicBezTo>
                    <a:cubicBezTo>
                      <a:pt x="2328" y="1228"/>
                      <a:pt x="2260" y="1235"/>
                      <a:pt x="2187" y="1232"/>
                    </a:cubicBezTo>
                    <a:cubicBezTo>
                      <a:pt x="2146" y="1230"/>
                      <a:pt x="2104" y="1225"/>
                      <a:pt x="2059" y="1216"/>
                    </a:cubicBezTo>
                    <a:cubicBezTo>
                      <a:pt x="2008" y="1205"/>
                      <a:pt x="1956" y="1187"/>
                      <a:pt x="1909" y="1157"/>
                    </a:cubicBezTo>
                    <a:cubicBezTo>
                      <a:pt x="1865" y="1130"/>
                      <a:pt x="1830" y="1092"/>
                      <a:pt x="1795" y="1055"/>
                    </a:cubicBezTo>
                    <a:cubicBezTo>
                      <a:pt x="1698" y="955"/>
                      <a:pt x="1612" y="843"/>
                      <a:pt x="1525" y="734"/>
                    </a:cubicBezTo>
                    <a:cubicBezTo>
                      <a:pt x="1483" y="682"/>
                      <a:pt x="1441" y="632"/>
                      <a:pt x="1398" y="581"/>
                    </a:cubicBezTo>
                    <a:cubicBezTo>
                      <a:pt x="1317" y="487"/>
                      <a:pt x="1231" y="392"/>
                      <a:pt x="1129" y="319"/>
                    </a:cubicBezTo>
                    <a:cubicBezTo>
                      <a:pt x="1054" y="266"/>
                      <a:pt x="976" y="227"/>
                      <a:pt x="901" y="196"/>
                    </a:cubicBezTo>
                    <a:cubicBezTo>
                      <a:pt x="827" y="166"/>
                      <a:pt x="754" y="143"/>
                      <a:pt x="678" y="119"/>
                    </a:cubicBezTo>
                    <a:cubicBezTo>
                      <a:pt x="601" y="95"/>
                      <a:pt x="520" y="70"/>
                      <a:pt x="436" y="51"/>
                    </a:cubicBezTo>
                    <a:cubicBezTo>
                      <a:pt x="291" y="17"/>
                      <a:pt x="131" y="0"/>
                      <a:pt x="0" y="65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957263" y="3352800"/>
                <a:ext cx="7089777" cy="3067050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1280" extrusionOk="0">
                    <a:moveTo>
                      <a:pt x="2960" y="904"/>
                    </a:moveTo>
                    <a:cubicBezTo>
                      <a:pt x="2859" y="984"/>
                      <a:pt x="2749" y="1063"/>
                      <a:pt x="2634" y="1138"/>
                    </a:cubicBezTo>
                    <a:cubicBezTo>
                      <a:pt x="2584" y="1171"/>
                      <a:pt x="2532" y="1203"/>
                      <a:pt x="2478" y="1228"/>
                    </a:cubicBezTo>
                    <a:cubicBezTo>
                      <a:pt x="2449" y="1242"/>
                      <a:pt x="2419" y="1253"/>
                      <a:pt x="2388" y="1261"/>
                    </a:cubicBezTo>
                    <a:cubicBezTo>
                      <a:pt x="2321" y="1279"/>
                      <a:pt x="2254" y="1280"/>
                      <a:pt x="2183" y="1273"/>
                    </a:cubicBezTo>
                    <a:cubicBezTo>
                      <a:pt x="2143" y="1269"/>
                      <a:pt x="2102" y="1262"/>
                      <a:pt x="2059" y="1252"/>
                    </a:cubicBezTo>
                    <a:cubicBezTo>
                      <a:pt x="2009" y="1239"/>
                      <a:pt x="1958" y="1221"/>
                      <a:pt x="1913" y="1192"/>
                    </a:cubicBezTo>
                    <a:cubicBezTo>
                      <a:pt x="1870" y="1165"/>
                      <a:pt x="1835" y="1130"/>
                      <a:pt x="1800" y="1094"/>
                    </a:cubicBezTo>
                    <a:cubicBezTo>
                      <a:pt x="1701" y="995"/>
                      <a:pt x="1614" y="884"/>
                      <a:pt x="1525" y="776"/>
                    </a:cubicBezTo>
                    <a:cubicBezTo>
                      <a:pt x="1483" y="725"/>
                      <a:pt x="1440" y="674"/>
                      <a:pt x="1397" y="625"/>
                    </a:cubicBezTo>
                    <a:cubicBezTo>
                      <a:pt x="1314" y="531"/>
                      <a:pt x="1226" y="437"/>
                      <a:pt x="1125" y="362"/>
                    </a:cubicBezTo>
                    <a:cubicBezTo>
                      <a:pt x="1052" y="308"/>
                      <a:pt x="975" y="266"/>
                      <a:pt x="900" y="231"/>
                    </a:cubicBezTo>
                    <a:cubicBezTo>
                      <a:pt x="827" y="197"/>
                      <a:pt x="755" y="169"/>
                      <a:pt x="679" y="141"/>
                    </a:cubicBezTo>
                    <a:cubicBezTo>
                      <a:pt x="602" y="113"/>
                      <a:pt x="521" y="84"/>
                      <a:pt x="438" y="62"/>
                    </a:cubicBezTo>
                    <a:cubicBezTo>
                      <a:pt x="294" y="23"/>
                      <a:pt x="133" y="0"/>
                      <a:pt x="0" y="6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939800" y="3319463"/>
                <a:ext cx="7094538" cy="3181350"/>
              </a:xfrm>
              <a:custGeom>
                <a:avLst/>
                <a:gdLst/>
                <a:ahLst/>
                <a:cxnLst/>
                <a:rect l="l" t="t" r="r" b="b"/>
                <a:pathLst>
                  <a:path w="2962" h="1328" extrusionOk="0">
                    <a:moveTo>
                      <a:pt x="2962" y="995"/>
                    </a:moveTo>
                    <a:cubicBezTo>
                      <a:pt x="2857" y="1068"/>
                      <a:pt x="2745" y="1139"/>
                      <a:pt x="2628" y="1207"/>
                    </a:cubicBezTo>
                    <a:cubicBezTo>
                      <a:pt x="2578" y="1237"/>
                      <a:pt x="2525" y="1267"/>
                      <a:pt x="2472" y="1288"/>
                    </a:cubicBezTo>
                    <a:cubicBezTo>
                      <a:pt x="2442" y="1300"/>
                      <a:pt x="2412" y="1309"/>
                      <a:pt x="2382" y="1315"/>
                    </a:cubicBezTo>
                    <a:cubicBezTo>
                      <a:pt x="2314" y="1328"/>
                      <a:pt x="2248" y="1324"/>
                      <a:pt x="2179" y="1313"/>
                    </a:cubicBezTo>
                    <a:cubicBezTo>
                      <a:pt x="2140" y="1307"/>
                      <a:pt x="2099" y="1299"/>
                      <a:pt x="2058" y="1287"/>
                    </a:cubicBezTo>
                    <a:cubicBezTo>
                      <a:pt x="2010" y="1273"/>
                      <a:pt x="1961" y="1254"/>
                      <a:pt x="1917" y="1226"/>
                    </a:cubicBezTo>
                    <a:cubicBezTo>
                      <a:pt x="1875" y="1200"/>
                      <a:pt x="1839" y="1166"/>
                      <a:pt x="1805" y="1133"/>
                    </a:cubicBezTo>
                    <a:cubicBezTo>
                      <a:pt x="1704" y="1035"/>
                      <a:pt x="1616" y="925"/>
                      <a:pt x="1525" y="817"/>
                    </a:cubicBezTo>
                    <a:cubicBezTo>
                      <a:pt x="1483" y="766"/>
                      <a:pt x="1439" y="716"/>
                      <a:pt x="1395" y="667"/>
                    </a:cubicBezTo>
                    <a:cubicBezTo>
                      <a:pt x="1311" y="574"/>
                      <a:pt x="1222" y="482"/>
                      <a:pt x="1122" y="405"/>
                    </a:cubicBezTo>
                    <a:cubicBezTo>
                      <a:pt x="1049" y="350"/>
                      <a:pt x="974" y="304"/>
                      <a:pt x="900" y="265"/>
                    </a:cubicBezTo>
                    <a:cubicBezTo>
                      <a:pt x="827" y="227"/>
                      <a:pt x="755" y="194"/>
                      <a:pt x="680" y="162"/>
                    </a:cubicBezTo>
                    <a:cubicBezTo>
                      <a:pt x="604" y="129"/>
                      <a:pt x="523" y="98"/>
                      <a:pt x="440" y="72"/>
                    </a:cubicBezTo>
                    <a:cubicBezTo>
                      <a:pt x="296" y="27"/>
                      <a:pt x="135" y="0"/>
                      <a:pt x="0" y="5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923925" y="3282950"/>
                <a:ext cx="7096126" cy="3302001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1378" extrusionOk="0">
                    <a:moveTo>
                      <a:pt x="2963" y="1088"/>
                    </a:moveTo>
                    <a:cubicBezTo>
                      <a:pt x="2855" y="1153"/>
                      <a:pt x="2741" y="1216"/>
                      <a:pt x="2623" y="1278"/>
                    </a:cubicBezTo>
                    <a:cubicBezTo>
                      <a:pt x="2572" y="1304"/>
                      <a:pt x="2519" y="1331"/>
                      <a:pt x="2465" y="1349"/>
                    </a:cubicBezTo>
                    <a:cubicBezTo>
                      <a:pt x="2436" y="1359"/>
                      <a:pt x="2405" y="1366"/>
                      <a:pt x="2375" y="1370"/>
                    </a:cubicBezTo>
                    <a:cubicBezTo>
                      <a:pt x="2308" y="1378"/>
                      <a:pt x="2242" y="1369"/>
                      <a:pt x="2175" y="1354"/>
                    </a:cubicBezTo>
                    <a:cubicBezTo>
                      <a:pt x="2136" y="1346"/>
                      <a:pt x="2097" y="1336"/>
                      <a:pt x="2057" y="1323"/>
                    </a:cubicBezTo>
                    <a:cubicBezTo>
                      <a:pt x="2011" y="1307"/>
                      <a:pt x="1964" y="1288"/>
                      <a:pt x="1921" y="1261"/>
                    </a:cubicBezTo>
                    <a:cubicBezTo>
                      <a:pt x="1879" y="1235"/>
                      <a:pt x="1844" y="1204"/>
                      <a:pt x="1809" y="1172"/>
                    </a:cubicBezTo>
                    <a:cubicBezTo>
                      <a:pt x="1706" y="1076"/>
                      <a:pt x="1617" y="966"/>
                      <a:pt x="1526" y="859"/>
                    </a:cubicBezTo>
                    <a:cubicBezTo>
                      <a:pt x="1483" y="808"/>
                      <a:pt x="1438" y="759"/>
                      <a:pt x="1393" y="710"/>
                    </a:cubicBezTo>
                    <a:cubicBezTo>
                      <a:pt x="1308" y="618"/>
                      <a:pt x="1217" y="527"/>
                      <a:pt x="1118" y="449"/>
                    </a:cubicBezTo>
                    <a:cubicBezTo>
                      <a:pt x="1047" y="392"/>
                      <a:pt x="973" y="343"/>
                      <a:pt x="899" y="300"/>
                    </a:cubicBezTo>
                    <a:cubicBezTo>
                      <a:pt x="827" y="257"/>
                      <a:pt x="756" y="220"/>
                      <a:pt x="681" y="184"/>
                    </a:cubicBezTo>
                    <a:cubicBezTo>
                      <a:pt x="605" y="147"/>
                      <a:pt x="525" y="112"/>
                      <a:pt x="442" y="83"/>
                    </a:cubicBezTo>
                    <a:cubicBezTo>
                      <a:pt x="299" y="33"/>
                      <a:pt x="137" y="0"/>
                      <a:pt x="0" y="5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904875" y="3249613"/>
                <a:ext cx="7104059" cy="342106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1428" extrusionOk="0">
                    <a:moveTo>
                      <a:pt x="2966" y="1180"/>
                    </a:moveTo>
                    <a:cubicBezTo>
                      <a:pt x="2854" y="1237"/>
                      <a:pt x="2738" y="1293"/>
                      <a:pt x="2619" y="1347"/>
                    </a:cubicBezTo>
                    <a:cubicBezTo>
                      <a:pt x="2567" y="1371"/>
                      <a:pt x="2514" y="1394"/>
                      <a:pt x="2460" y="1409"/>
                    </a:cubicBezTo>
                    <a:cubicBezTo>
                      <a:pt x="2430" y="1417"/>
                      <a:pt x="2400" y="1423"/>
                      <a:pt x="2369" y="1424"/>
                    </a:cubicBezTo>
                    <a:cubicBezTo>
                      <a:pt x="2302" y="1428"/>
                      <a:pt x="2237" y="1413"/>
                      <a:pt x="2171" y="1394"/>
                    </a:cubicBezTo>
                    <a:cubicBezTo>
                      <a:pt x="2134" y="1384"/>
                      <a:pt x="2096" y="1372"/>
                      <a:pt x="2058" y="1358"/>
                    </a:cubicBezTo>
                    <a:cubicBezTo>
                      <a:pt x="2013" y="1341"/>
                      <a:pt x="1967" y="1321"/>
                      <a:pt x="1925" y="1295"/>
                    </a:cubicBezTo>
                    <a:cubicBezTo>
                      <a:pt x="1885" y="1270"/>
                      <a:pt x="1850" y="1240"/>
                      <a:pt x="1815" y="1210"/>
                    </a:cubicBezTo>
                    <a:cubicBezTo>
                      <a:pt x="1709" y="1116"/>
                      <a:pt x="1620" y="1006"/>
                      <a:pt x="1527" y="900"/>
                    </a:cubicBezTo>
                    <a:cubicBezTo>
                      <a:pt x="1483" y="850"/>
                      <a:pt x="1438" y="801"/>
                      <a:pt x="1392" y="753"/>
                    </a:cubicBezTo>
                    <a:cubicBezTo>
                      <a:pt x="1305" y="661"/>
                      <a:pt x="1214" y="571"/>
                      <a:pt x="1116" y="491"/>
                    </a:cubicBezTo>
                    <a:cubicBezTo>
                      <a:pt x="1045" y="433"/>
                      <a:pt x="972" y="381"/>
                      <a:pt x="899" y="333"/>
                    </a:cubicBezTo>
                    <a:cubicBezTo>
                      <a:pt x="829" y="287"/>
                      <a:pt x="757" y="245"/>
                      <a:pt x="683" y="205"/>
                    </a:cubicBezTo>
                    <a:cubicBezTo>
                      <a:pt x="607" y="164"/>
                      <a:pt x="528" y="125"/>
                      <a:pt x="445" y="93"/>
                    </a:cubicBezTo>
                    <a:cubicBezTo>
                      <a:pt x="302" y="37"/>
                      <a:pt x="140" y="0"/>
                      <a:pt x="0" y="52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887413" y="3213100"/>
                <a:ext cx="7108827" cy="3546476"/>
              </a:xfrm>
              <a:custGeom>
                <a:avLst/>
                <a:gdLst/>
                <a:ahLst/>
                <a:cxnLst/>
                <a:rect l="l" t="t" r="r" b="b"/>
                <a:pathLst>
                  <a:path w="2968" h="1480" extrusionOk="0">
                    <a:moveTo>
                      <a:pt x="2968" y="1273"/>
                    </a:moveTo>
                    <a:cubicBezTo>
                      <a:pt x="2852" y="1322"/>
                      <a:pt x="2734" y="1370"/>
                      <a:pt x="2614" y="1417"/>
                    </a:cubicBezTo>
                    <a:cubicBezTo>
                      <a:pt x="2562" y="1438"/>
                      <a:pt x="2508" y="1458"/>
                      <a:pt x="2453" y="1470"/>
                    </a:cubicBezTo>
                    <a:cubicBezTo>
                      <a:pt x="2423" y="1476"/>
                      <a:pt x="2393" y="1480"/>
                      <a:pt x="2362" y="1479"/>
                    </a:cubicBezTo>
                    <a:cubicBezTo>
                      <a:pt x="2295" y="1478"/>
                      <a:pt x="2231" y="1458"/>
                      <a:pt x="2167" y="1435"/>
                    </a:cubicBezTo>
                    <a:cubicBezTo>
                      <a:pt x="2131" y="1423"/>
                      <a:pt x="2094" y="1409"/>
                      <a:pt x="2057" y="1394"/>
                    </a:cubicBezTo>
                    <a:cubicBezTo>
                      <a:pt x="2014" y="1376"/>
                      <a:pt x="1970" y="1355"/>
                      <a:pt x="1929" y="1330"/>
                    </a:cubicBezTo>
                    <a:cubicBezTo>
                      <a:pt x="1890" y="1306"/>
                      <a:pt x="1855" y="1278"/>
                      <a:pt x="1820" y="1249"/>
                    </a:cubicBezTo>
                    <a:cubicBezTo>
                      <a:pt x="1712" y="1157"/>
                      <a:pt x="1622" y="1047"/>
                      <a:pt x="1527" y="942"/>
                    </a:cubicBezTo>
                    <a:cubicBezTo>
                      <a:pt x="1483" y="892"/>
                      <a:pt x="1437" y="844"/>
                      <a:pt x="1391" y="796"/>
                    </a:cubicBezTo>
                    <a:cubicBezTo>
                      <a:pt x="1302" y="705"/>
                      <a:pt x="1210" y="617"/>
                      <a:pt x="1113" y="535"/>
                    </a:cubicBezTo>
                    <a:cubicBezTo>
                      <a:pt x="1042" y="475"/>
                      <a:pt x="971" y="420"/>
                      <a:pt x="899" y="368"/>
                    </a:cubicBezTo>
                    <a:cubicBezTo>
                      <a:pt x="829" y="318"/>
                      <a:pt x="758" y="271"/>
                      <a:pt x="684" y="227"/>
                    </a:cubicBezTo>
                    <a:cubicBezTo>
                      <a:pt x="608" y="182"/>
                      <a:pt x="529" y="140"/>
                      <a:pt x="447" y="104"/>
                    </a:cubicBezTo>
                    <a:cubicBezTo>
                      <a:pt x="305" y="43"/>
                      <a:pt x="142" y="0"/>
                      <a:pt x="0" y="49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871538" y="3179763"/>
                <a:ext cx="7110414" cy="3679826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1536" extrusionOk="0">
                    <a:moveTo>
                      <a:pt x="2969" y="1365"/>
                    </a:moveTo>
                    <a:cubicBezTo>
                      <a:pt x="2850" y="1406"/>
                      <a:pt x="2730" y="1447"/>
                      <a:pt x="2608" y="1487"/>
                    </a:cubicBezTo>
                    <a:cubicBezTo>
                      <a:pt x="2556" y="1504"/>
                      <a:pt x="2502" y="1521"/>
                      <a:pt x="2447" y="1530"/>
                    </a:cubicBezTo>
                    <a:cubicBezTo>
                      <a:pt x="2417" y="1534"/>
                      <a:pt x="2386" y="1536"/>
                      <a:pt x="2356" y="1533"/>
                    </a:cubicBezTo>
                    <a:cubicBezTo>
                      <a:pt x="2289" y="1527"/>
                      <a:pt x="2226" y="1502"/>
                      <a:pt x="2163" y="1476"/>
                    </a:cubicBezTo>
                    <a:cubicBezTo>
                      <a:pt x="2128" y="1461"/>
                      <a:pt x="2092" y="1445"/>
                      <a:pt x="2056" y="1429"/>
                    </a:cubicBezTo>
                    <a:cubicBezTo>
                      <a:pt x="2014" y="1409"/>
                      <a:pt x="1973" y="1388"/>
                      <a:pt x="1933" y="1364"/>
                    </a:cubicBezTo>
                    <a:cubicBezTo>
                      <a:pt x="1895" y="1340"/>
                      <a:pt x="1859" y="1314"/>
                      <a:pt x="1825" y="1287"/>
                    </a:cubicBezTo>
                    <a:cubicBezTo>
                      <a:pt x="1714" y="1197"/>
                      <a:pt x="1623" y="1087"/>
                      <a:pt x="1528" y="983"/>
                    </a:cubicBezTo>
                    <a:cubicBezTo>
                      <a:pt x="1483" y="933"/>
                      <a:pt x="1436" y="885"/>
                      <a:pt x="1389" y="838"/>
                    </a:cubicBezTo>
                    <a:cubicBezTo>
                      <a:pt x="1299" y="748"/>
                      <a:pt x="1205" y="661"/>
                      <a:pt x="1109" y="577"/>
                    </a:cubicBezTo>
                    <a:cubicBezTo>
                      <a:pt x="1040" y="517"/>
                      <a:pt x="970" y="458"/>
                      <a:pt x="898" y="402"/>
                    </a:cubicBezTo>
                    <a:cubicBezTo>
                      <a:pt x="829" y="347"/>
                      <a:pt x="758" y="296"/>
                      <a:pt x="685" y="248"/>
                    </a:cubicBezTo>
                    <a:cubicBezTo>
                      <a:pt x="610" y="198"/>
                      <a:pt x="531" y="153"/>
                      <a:pt x="449" y="114"/>
                    </a:cubicBezTo>
                    <a:cubicBezTo>
                      <a:pt x="308" y="47"/>
                      <a:pt x="144" y="0"/>
                      <a:pt x="0" y="46"/>
                    </a:cubicBez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21" name="Google Shape;1321;p24"/>
          <p:cNvGrpSpPr/>
          <p:nvPr/>
        </p:nvGrpSpPr>
        <p:grpSpPr>
          <a:xfrm rot="10800000" flipH="1">
            <a:off x="-439850" y="296804"/>
            <a:ext cx="9307682" cy="4841896"/>
            <a:chOff x="-439850" y="5"/>
            <a:chExt cx="9307682" cy="4841896"/>
          </a:xfrm>
        </p:grpSpPr>
        <p:sp>
          <p:nvSpPr>
            <p:cNvPr id="1322" name="Google Shape;1322;p24"/>
            <p:cNvSpPr/>
            <p:nvPr/>
          </p:nvSpPr>
          <p:spPr>
            <a:xfrm>
              <a:off x="-439850" y="5"/>
              <a:ext cx="1076850" cy="140755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4"/>
            <p:cNvSpPr/>
            <p:nvPr/>
          </p:nvSpPr>
          <p:spPr>
            <a:xfrm>
              <a:off x="8503818" y="4366101"/>
              <a:ext cx="364013" cy="475800"/>
            </a:xfrm>
            <a:custGeom>
              <a:avLst/>
              <a:gdLst/>
              <a:ahLst/>
              <a:cxnLst/>
              <a:rect l="l" t="t" r="r" b="b"/>
              <a:pathLst>
                <a:path w="127" h="166" extrusionOk="0">
                  <a:moveTo>
                    <a:pt x="1" y="166"/>
                  </a:moveTo>
                  <a:lnTo>
                    <a:pt x="47" y="166"/>
                  </a:lnTo>
                  <a:lnTo>
                    <a:pt x="127" y="84"/>
                  </a:lnTo>
                  <a:lnTo>
                    <a:pt x="4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81" y="84"/>
                  </a:lnTo>
                  <a:lnTo>
                    <a:pt x="1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4" name="Google Shape;1324;p24"/>
          <p:cNvGrpSpPr/>
          <p:nvPr/>
        </p:nvGrpSpPr>
        <p:grpSpPr>
          <a:xfrm>
            <a:off x="1141336" y="407738"/>
            <a:ext cx="7590046" cy="4302448"/>
            <a:chOff x="1141336" y="407738"/>
            <a:chExt cx="7590046" cy="4302448"/>
          </a:xfrm>
        </p:grpSpPr>
        <p:grpSp>
          <p:nvGrpSpPr>
            <p:cNvPr id="1325" name="Google Shape;1325;p24"/>
            <p:cNvGrpSpPr/>
            <p:nvPr/>
          </p:nvGrpSpPr>
          <p:grpSpPr>
            <a:xfrm>
              <a:off x="8130161" y="3549362"/>
              <a:ext cx="601221" cy="160197"/>
              <a:chOff x="4872038" y="3216275"/>
              <a:chExt cx="989013" cy="263525"/>
            </a:xfrm>
          </p:grpSpPr>
          <p:sp>
            <p:nvSpPr>
              <p:cNvPr id="1326" name="Google Shape;1326;p24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2" name="Google Shape;1332;p24"/>
            <p:cNvGrpSpPr/>
            <p:nvPr/>
          </p:nvGrpSpPr>
          <p:grpSpPr>
            <a:xfrm flipH="1">
              <a:off x="4077488" y="407738"/>
              <a:ext cx="989013" cy="263525"/>
              <a:chOff x="4872038" y="3216275"/>
              <a:chExt cx="989013" cy="263525"/>
            </a:xfrm>
          </p:grpSpPr>
          <p:sp>
            <p:nvSpPr>
              <p:cNvPr id="1333" name="Google Shape;1333;p24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24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24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9" name="Google Shape;1339;p24"/>
            <p:cNvGrpSpPr/>
            <p:nvPr/>
          </p:nvGrpSpPr>
          <p:grpSpPr>
            <a:xfrm>
              <a:off x="1141336" y="4497837"/>
              <a:ext cx="601228" cy="212348"/>
              <a:chOff x="4449763" y="4024313"/>
              <a:chExt cx="746125" cy="263525"/>
            </a:xfrm>
          </p:grpSpPr>
          <p:sp>
            <p:nvSpPr>
              <p:cNvPr id="1340" name="Google Shape;1340;p24"/>
              <p:cNvSpPr/>
              <p:nvPr/>
            </p:nvSpPr>
            <p:spPr>
              <a:xfrm>
                <a:off x="4449763" y="4024313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" y="166"/>
                    </a:moveTo>
                    <a:lnTo>
                      <a:pt x="23" y="166"/>
                    </a:lnTo>
                    <a:lnTo>
                      <a:pt x="102" y="84"/>
                    </a:lnTo>
                    <a:lnTo>
                      <a:pt x="22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24"/>
              <p:cNvSpPr/>
              <p:nvPr/>
            </p:nvSpPr>
            <p:spPr>
              <a:xfrm>
                <a:off x="4619625" y="4024313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" y="166"/>
                    </a:moveTo>
                    <a:lnTo>
                      <a:pt x="28" y="166"/>
                    </a:lnTo>
                    <a:lnTo>
                      <a:pt x="107" y="84"/>
                    </a:lnTo>
                    <a:lnTo>
                      <a:pt x="26" y="0"/>
                    </a:lnTo>
                    <a:lnTo>
                      <a:pt x="0" y="0"/>
                    </a:lnTo>
                    <a:lnTo>
                      <a:pt x="80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24"/>
              <p:cNvSpPr/>
              <p:nvPr/>
            </p:nvSpPr>
            <p:spPr>
              <a:xfrm>
                <a:off x="4795838" y="4024313"/>
                <a:ext cx="19208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66" extrusionOk="0">
                    <a:moveTo>
                      <a:pt x="1" y="166"/>
                    </a:moveTo>
                    <a:lnTo>
                      <a:pt x="42" y="166"/>
                    </a:lnTo>
                    <a:lnTo>
                      <a:pt x="121" y="84"/>
                    </a:lnTo>
                    <a:lnTo>
                      <a:pt x="4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24"/>
              <p:cNvSpPr/>
              <p:nvPr/>
            </p:nvSpPr>
            <p:spPr>
              <a:xfrm>
                <a:off x="4994275" y="4024313"/>
                <a:ext cx="20161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66" extrusionOk="0">
                    <a:moveTo>
                      <a:pt x="1" y="166"/>
                    </a:moveTo>
                    <a:lnTo>
                      <a:pt x="47" y="166"/>
                    </a:lnTo>
                    <a:lnTo>
                      <a:pt x="127" y="84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1" y="84"/>
                    </a:lnTo>
                    <a:lnTo>
                      <a:pt x="1" y="1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1362-CCF6-AE07-7DC2-D7032877A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25" y="1015825"/>
            <a:ext cx="6220312" cy="2517600"/>
          </a:xfrm>
        </p:spPr>
        <p:txBody>
          <a:bodyPr/>
          <a:lstStyle/>
          <a:p>
            <a:r>
              <a:rPr lang="en-US" sz="3200"/>
              <a:t>Streamlining Success: Optimizing </a:t>
            </a:r>
            <a:r>
              <a:rPr lang="en-US" sz="3200" err="1"/>
              <a:t>ShopX</a:t>
            </a:r>
            <a:r>
              <a:rPr lang="en-US" sz="3200"/>
              <a:t> Operations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D8A92-1EA3-6A7E-21D6-B903BC0BA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986" y="3822504"/>
            <a:ext cx="7590255" cy="508929"/>
          </a:xfrm>
        </p:spPr>
        <p:txBody>
          <a:bodyPr/>
          <a:lstStyle/>
          <a:p>
            <a:r>
              <a:rPr lang="en-US" sz="1400"/>
              <a:t>Jared F. Torres, Isabela S. Castro, Juan Zavala, Jacquelin Valdez, and Ayoub Hizam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1CB3A-5744-A61E-3C11-4839F77E0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160" y="1848164"/>
            <a:ext cx="1701557" cy="16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6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390" name="Google Shape;1390;p30"/>
          <p:cNvSpPr txBox="1">
            <a:spLocks noGrp="1"/>
          </p:cNvSpPr>
          <p:nvPr>
            <p:ph type="title" idx="2"/>
          </p:nvPr>
        </p:nvSpPr>
        <p:spPr>
          <a:xfrm>
            <a:off x="2118609" y="3477565"/>
            <a:ext cx="89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91" name="Google Shape;1391;p30"/>
          <p:cNvSpPr txBox="1">
            <a:spLocks noGrp="1"/>
          </p:cNvSpPr>
          <p:nvPr>
            <p:ph type="title" idx="3"/>
          </p:nvPr>
        </p:nvSpPr>
        <p:spPr>
          <a:xfrm>
            <a:off x="7323770" y="2006032"/>
            <a:ext cx="89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92" name="Google Shape;1392;p30"/>
          <p:cNvSpPr txBox="1">
            <a:spLocks noGrp="1"/>
          </p:cNvSpPr>
          <p:nvPr>
            <p:ph type="title" idx="4"/>
          </p:nvPr>
        </p:nvSpPr>
        <p:spPr>
          <a:xfrm>
            <a:off x="5955230" y="3252206"/>
            <a:ext cx="89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94" name="Google Shape;1394;p30"/>
          <p:cNvSpPr txBox="1">
            <a:spLocks noGrp="1"/>
          </p:cNvSpPr>
          <p:nvPr>
            <p:ph type="title" idx="6"/>
          </p:nvPr>
        </p:nvSpPr>
        <p:spPr>
          <a:xfrm>
            <a:off x="3977823" y="1378085"/>
            <a:ext cx="899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96" name="Google Shape;1396;p30"/>
          <p:cNvSpPr txBox="1">
            <a:spLocks noGrp="1"/>
          </p:cNvSpPr>
          <p:nvPr>
            <p:ph type="subTitle" idx="1"/>
          </p:nvPr>
        </p:nvSpPr>
        <p:spPr>
          <a:xfrm>
            <a:off x="-96462" y="2188471"/>
            <a:ext cx="2313222" cy="5751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marL="0" indent="0" algn="ctr"/>
            <a:r>
              <a:rPr lang="en" sz="1400"/>
              <a:t>EFFICIENCY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STRATEGIES OVERVIEW</a:t>
            </a:r>
          </a:p>
        </p:txBody>
      </p:sp>
      <p:sp>
        <p:nvSpPr>
          <p:cNvPr id="1397" name="Google Shape;1397;p30"/>
          <p:cNvSpPr txBox="1">
            <a:spLocks noGrp="1"/>
          </p:cNvSpPr>
          <p:nvPr>
            <p:ph type="subTitle" idx="8"/>
          </p:nvPr>
        </p:nvSpPr>
        <p:spPr>
          <a:xfrm>
            <a:off x="5526216" y="3925490"/>
            <a:ext cx="1803507" cy="44152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en" sz="1400"/>
              <a:t>SHOPX PLUS</a:t>
            </a:r>
            <a:endParaRPr lang="en-US"/>
          </a:p>
          <a:p>
            <a:pPr marL="0" indent="0"/>
            <a:endParaRPr lang="en"/>
          </a:p>
        </p:txBody>
      </p:sp>
      <p:sp>
        <p:nvSpPr>
          <p:cNvPr id="1398" name="Google Shape;1398;p30"/>
          <p:cNvSpPr txBox="1">
            <a:spLocks noGrp="1"/>
          </p:cNvSpPr>
          <p:nvPr>
            <p:ph type="subTitle" idx="9"/>
          </p:nvPr>
        </p:nvSpPr>
        <p:spPr>
          <a:xfrm>
            <a:off x="3207228" y="1927796"/>
            <a:ext cx="2315186" cy="7640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en" sz="1400"/>
              <a:t>VENDOR ALIGNMENT FOR PRODUCT EFFICIENCY</a:t>
            </a:r>
            <a:endParaRPr lang="en-US"/>
          </a:p>
        </p:txBody>
      </p:sp>
      <p:sp>
        <p:nvSpPr>
          <p:cNvPr id="1401" name="Google Shape;1401;p30"/>
          <p:cNvSpPr txBox="1">
            <a:spLocks noGrp="1"/>
          </p:cNvSpPr>
          <p:nvPr>
            <p:ph type="subTitle" idx="15"/>
          </p:nvPr>
        </p:nvSpPr>
        <p:spPr>
          <a:xfrm>
            <a:off x="6585767" y="2426743"/>
            <a:ext cx="2143836" cy="5650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en-US" sz="1400"/>
              <a:t>       CONCLUSION</a:t>
            </a:r>
            <a:endParaRPr lang="en-US"/>
          </a:p>
          <a:p>
            <a:pPr marL="0" indent="0"/>
            <a:endParaRPr lang="en-US"/>
          </a:p>
        </p:txBody>
      </p:sp>
      <p:sp>
        <p:nvSpPr>
          <p:cNvPr id="3" name="Google Shape;1396;p30">
            <a:extLst>
              <a:ext uri="{FF2B5EF4-FFF2-40B4-BE49-F238E27FC236}">
                <a16:creationId xmlns:a16="http://schemas.microsoft.com/office/drawing/2014/main" id="{F0FFA262-3D22-04AA-D1F9-D832267908C8}"/>
              </a:ext>
            </a:extLst>
          </p:cNvPr>
          <p:cNvSpPr txBox="1">
            <a:spLocks/>
          </p:cNvSpPr>
          <p:nvPr/>
        </p:nvSpPr>
        <p:spPr>
          <a:xfrm>
            <a:off x="1774083" y="3849275"/>
            <a:ext cx="1598390" cy="448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endParaRPr lang="en"/>
          </a:p>
          <a:p>
            <a:pPr marL="0" indent="0"/>
            <a:endParaRPr lang="en"/>
          </a:p>
          <a:p>
            <a:pPr marL="0" indent="0"/>
            <a:endParaRPr lang="en"/>
          </a:p>
          <a:p>
            <a:pPr marL="0" indent="0"/>
            <a:endParaRPr lang="en"/>
          </a:p>
          <a:p>
            <a:pPr marL="0" indent="0"/>
            <a:endParaRPr lang="en"/>
          </a:p>
          <a:p>
            <a:pPr marL="0" indent="0"/>
            <a:endParaRPr lang="en"/>
          </a:p>
          <a:p>
            <a:pPr marL="0" indent="0"/>
            <a:endParaRPr lang="en"/>
          </a:p>
          <a:p>
            <a:pPr marL="0" indent="0" algn="ctr"/>
            <a:r>
              <a:rPr lang="en" sz="1400"/>
              <a:t>SHOPX STATS</a:t>
            </a:r>
          </a:p>
        </p:txBody>
      </p:sp>
      <p:sp>
        <p:nvSpPr>
          <p:cNvPr id="5" name="Google Shape;1390;p30">
            <a:extLst>
              <a:ext uri="{FF2B5EF4-FFF2-40B4-BE49-F238E27FC236}">
                <a16:creationId xmlns:a16="http://schemas.microsoft.com/office/drawing/2014/main" id="{7A0DC8BB-B336-0633-6813-89DAFACA4742}"/>
              </a:ext>
            </a:extLst>
          </p:cNvPr>
          <p:cNvSpPr txBox="1">
            <a:spLocks/>
          </p:cNvSpPr>
          <p:nvPr/>
        </p:nvSpPr>
        <p:spPr>
          <a:xfrm>
            <a:off x="617770" y="1614008"/>
            <a:ext cx="899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rPr lang="en"/>
              <a:t>01</a:t>
            </a:r>
          </a:p>
        </p:txBody>
      </p: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7DDDC245-6D9D-C17E-10E7-0350EF562446}"/>
              </a:ext>
            </a:extLst>
          </p:cNvPr>
          <p:cNvCxnSpPr/>
          <p:nvPr/>
        </p:nvCxnSpPr>
        <p:spPr>
          <a:xfrm>
            <a:off x="1073354" y="2800793"/>
            <a:ext cx="489636" cy="10379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B2BC5144-90AD-876E-ED4F-6BE177D5790E}"/>
              </a:ext>
            </a:extLst>
          </p:cNvPr>
          <p:cNvCxnSpPr/>
          <p:nvPr/>
        </p:nvCxnSpPr>
        <p:spPr>
          <a:xfrm flipV="1">
            <a:off x="3494506" y="2753683"/>
            <a:ext cx="481915" cy="10858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BC15293B-C785-59FB-70A6-D66389CA2F07}"/>
              </a:ext>
            </a:extLst>
          </p:cNvPr>
          <p:cNvCxnSpPr/>
          <p:nvPr/>
        </p:nvCxnSpPr>
        <p:spPr>
          <a:xfrm>
            <a:off x="4826719" y="2746731"/>
            <a:ext cx="705878" cy="10843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112890A1-8A05-FF18-B05E-AFD55837107C}"/>
              </a:ext>
            </a:extLst>
          </p:cNvPr>
          <p:cNvCxnSpPr/>
          <p:nvPr/>
        </p:nvCxnSpPr>
        <p:spPr>
          <a:xfrm flipV="1">
            <a:off x="7170641" y="2722790"/>
            <a:ext cx="543698" cy="11167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31"/>
          <p:cNvSpPr txBox="1">
            <a:spLocks noGrp="1"/>
          </p:cNvSpPr>
          <p:nvPr>
            <p:ph type="subTitle" idx="1"/>
          </p:nvPr>
        </p:nvSpPr>
        <p:spPr>
          <a:xfrm>
            <a:off x="782421" y="1534223"/>
            <a:ext cx="4068661" cy="2282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700" err="1">
                <a:latin typeface="Syne"/>
              </a:rPr>
              <a:t>ShopX</a:t>
            </a:r>
            <a:r>
              <a:rPr lang="en-US" sz="1700">
                <a:latin typeface="Syne"/>
              </a:rPr>
              <a:t> is a rapidly expanding e-commerce company, facing increasing demand for its diverse range of lifestyle products. </a:t>
            </a:r>
            <a:endParaRPr lang="en-US"/>
          </a:p>
          <a:p>
            <a:pPr marL="0" indent="0"/>
            <a:endParaRPr lang="en-US" sz="1700">
              <a:latin typeface="Syne"/>
            </a:endParaRPr>
          </a:p>
          <a:p>
            <a:pPr marL="0" indent="0"/>
            <a:r>
              <a:rPr lang="en-US" sz="1700">
                <a:latin typeface="Syne"/>
              </a:rPr>
              <a:t>To maintain its competitive edge, we have identified three key strategies enhancing: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Syne"/>
              </a:rPr>
              <a:t>Product efficiency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Syne"/>
              </a:rPr>
              <a:t>Transportation logistics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700">
                <a:latin typeface="Syne"/>
              </a:rPr>
              <a:t>Customer satisfaction.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title"/>
          </p:nvPr>
        </p:nvSpPr>
        <p:spPr>
          <a:xfrm>
            <a:off x="786228" y="240433"/>
            <a:ext cx="3707965" cy="1034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/>
              <a:t> 01:</a:t>
            </a:r>
            <a:r>
              <a:rPr lang="en-US" sz="2400"/>
              <a:t> EFFICIENCY STRATEGIES OVERVIEW</a:t>
            </a:r>
            <a:endParaRPr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48CD8-51C9-121C-C8D9-5F48E044ACC3}"/>
              </a:ext>
            </a:extLst>
          </p:cNvPr>
          <p:cNvSpPr txBox="1"/>
          <p:nvPr/>
        </p:nvSpPr>
        <p:spPr>
          <a:xfrm>
            <a:off x="4857276" y="449215"/>
            <a:ext cx="3912897" cy="51398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>
                <a:latin typeface="Syne"/>
              </a:rPr>
              <a:t>Our Key Recommendations:</a:t>
            </a:r>
          </a:p>
          <a:p>
            <a:endParaRPr lang="en-US" sz="1500">
              <a:latin typeface="Syne"/>
            </a:endParaRPr>
          </a:p>
          <a:p>
            <a:r>
              <a:rPr lang="en" sz="1500" b="1"/>
              <a:t>Shop X Plus</a:t>
            </a:r>
          </a:p>
          <a:p>
            <a:pPr marL="285750" indent="-285750">
              <a:buChar char="•"/>
            </a:pPr>
            <a:r>
              <a:rPr lang="en-US" sz="1700" err="1">
                <a:solidFill>
                  <a:schemeClr val="dk1"/>
                </a:solidFill>
                <a:latin typeface="Syne"/>
              </a:rPr>
              <a:t>ShopX</a:t>
            </a:r>
            <a:r>
              <a:rPr lang="en-US" sz="1700">
                <a:solidFill>
                  <a:schemeClr val="dk1"/>
                </a:solidFill>
                <a:latin typeface="Syne"/>
              </a:rPr>
              <a:t>+ members get guaranteed faster delivery for a fixed price, meeting their need for quick service</a:t>
            </a:r>
            <a:endParaRPr lang="en-US">
              <a:solidFill>
                <a:schemeClr val="dk1"/>
              </a:solidFill>
            </a:endParaRPr>
          </a:p>
          <a:p>
            <a:pPr marL="285750" indent="-285750">
              <a:buChar char="•"/>
            </a:pPr>
            <a:r>
              <a:rPr lang="en-US" sz="1700">
                <a:solidFill>
                  <a:schemeClr val="dk1"/>
                </a:solidFill>
                <a:latin typeface="Syne"/>
              </a:rPr>
              <a:t>The program builds loyalty through reward points while ensuring customers receive products sooner</a:t>
            </a:r>
          </a:p>
          <a:p>
            <a:endParaRPr lang="en-US" sz="1700">
              <a:solidFill>
                <a:srgbClr val="2D2D30"/>
              </a:solidFill>
              <a:latin typeface="Syne"/>
            </a:endParaRPr>
          </a:p>
          <a:p>
            <a:r>
              <a:rPr lang="en-US" sz="1500" b="1">
                <a:latin typeface="Syne"/>
              </a:rPr>
              <a:t>Vendor alignment for product efficiency</a:t>
            </a:r>
            <a:endParaRPr lang="en-US" sz="1500">
              <a:latin typeface="Syne"/>
            </a:endParaRPr>
          </a:p>
          <a:p>
            <a:pPr marL="285750" indent="-285750">
              <a:buChar char="•"/>
            </a:pPr>
            <a:r>
              <a:rPr lang="en-US" sz="1500">
                <a:latin typeface="Syne"/>
              </a:rPr>
              <a:t>Match each product with the fastest-delivering vendor for that item</a:t>
            </a:r>
          </a:p>
          <a:p>
            <a:pPr marL="285750" indent="-285750">
              <a:buChar char="•"/>
            </a:pPr>
            <a:r>
              <a:rPr lang="en-US" sz="1500">
                <a:latin typeface="Syne"/>
              </a:rPr>
              <a:t>Using speedy vendors improves customer satisfaction through quicker delivery times</a:t>
            </a:r>
            <a:endParaRPr lang="en-US"/>
          </a:p>
          <a:p>
            <a:pPr marL="285750" indent="-285750">
              <a:buChar char="•"/>
            </a:pPr>
            <a:endParaRPr lang="en-US" sz="1500" b="1">
              <a:latin typeface="Syne"/>
            </a:endParaRPr>
          </a:p>
          <a:p>
            <a:endParaRPr lang="en-US" sz="1500">
              <a:latin typeface="Syne"/>
            </a:endParaRPr>
          </a:p>
          <a:p>
            <a:endParaRPr lang="en-US" sz="1500">
              <a:latin typeface="Syne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430B-CFCD-DF10-C026-6668A6ACC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50" y="116703"/>
            <a:ext cx="3775799" cy="622395"/>
          </a:xfrm>
        </p:spPr>
        <p:txBody>
          <a:bodyPr/>
          <a:lstStyle/>
          <a:p>
            <a:r>
              <a:rPr lang="en-US" sz="2500"/>
              <a:t>02: </a:t>
            </a:r>
            <a:r>
              <a:rPr lang="en-US" sz="2500" err="1"/>
              <a:t>ShopX</a:t>
            </a:r>
            <a:r>
              <a:rPr lang="en-US" sz="2500"/>
              <a:t>  Stats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9A90B-0759-2B46-EBBF-AF545D5A7EFA}"/>
              </a:ext>
            </a:extLst>
          </p:cNvPr>
          <p:cNvSpPr txBox="1"/>
          <p:nvPr/>
        </p:nvSpPr>
        <p:spPr>
          <a:xfrm>
            <a:off x="782605" y="1053763"/>
            <a:ext cx="2392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Best month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August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December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October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D1EB2-F59D-1A4C-ECE1-589A29D1B008}"/>
              </a:ext>
            </a:extLst>
          </p:cNvPr>
          <p:cNvSpPr txBox="1"/>
          <p:nvPr/>
        </p:nvSpPr>
        <p:spPr>
          <a:xfrm>
            <a:off x="746759" y="2235101"/>
            <a:ext cx="1752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Worst month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January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February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May</a:t>
            </a:r>
          </a:p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1127B48-190D-EE17-5993-59F95E2B3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58" y="3354407"/>
            <a:ext cx="2568327" cy="147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2DFD41-21FA-6DF4-596D-06B513C3524C}"/>
              </a:ext>
            </a:extLst>
          </p:cNvPr>
          <p:cNvSpPr txBox="1"/>
          <p:nvPr/>
        </p:nvSpPr>
        <p:spPr>
          <a:xfrm>
            <a:off x="6164581" y="946208"/>
            <a:ext cx="18250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Top Product sales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Travel Pillow = $19.99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Journal= $4.99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Water Bottle =$14.99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79257-9A76-E5B4-7166-12DBC191869C}"/>
              </a:ext>
            </a:extLst>
          </p:cNvPr>
          <p:cNvSpPr txBox="1"/>
          <p:nvPr/>
        </p:nvSpPr>
        <p:spPr>
          <a:xfrm>
            <a:off x="6164581" y="2182142"/>
            <a:ext cx="2145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Least Products sales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Succulent Plant= $5.00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LED Lights=$49.99</a:t>
            </a:r>
          </a:p>
          <a:p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Silk Pillowcase=$19.99</a:t>
            </a:r>
            <a:endParaRPr lang="en-US"/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7B71F52B-4AB8-2E8A-F467-60ADE9CFF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242" y="3183096"/>
            <a:ext cx="3013800" cy="1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A9AFF-6C07-BF48-1917-951926F91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808" y="1622403"/>
            <a:ext cx="1234440" cy="563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1F84E2-0216-548E-ADD6-8816402E0BCF}"/>
              </a:ext>
            </a:extLst>
          </p:cNvPr>
          <p:cNvSpPr txBox="1"/>
          <p:nvPr/>
        </p:nvSpPr>
        <p:spPr>
          <a:xfrm>
            <a:off x="3621819" y="1152842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Shipping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6461C-4BB8-EE1E-23AF-C347F683C89A}"/>
              </a:ext>
            </a:extLst>
          </p:cNvPr>
          <p:cNvSpPr txBox="1"/>
          <p:nvPr/>
        </p:nvSpPr>
        <p:spPr>
          <a:xfrm>
            <a:off x="2935688" y="2365118"/>
            <a:ext cx="278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Express Shipping = 2 days avg</a:t>
            </a:r>
          </a:p>
          <a:p>
            <a:r>
              <a:rPr lang="en-US"/>
              <a:t>Standard Shipping=9 days avg</a:t>
            </a:r>
          </a:p>
        </p:txBody>
      </p:sp>
    </p:spTree>
    <p:extLst>
      <p:ext uri="{BB962C8B-B14F-4D97-AF65-F5344CB8AC3E}">
        <p14:creationId xmlns:p14="http://schemas.microsoft.com/office/powerpoint/2010/main" val="94548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5"/>
          <p:cNvSpPr txBox="1">
            <a:spLocks noGrp="1"/>
          </p:cNvSpPr>
          <p:nvPr>
            <p:ph type="subTitle" idx="6"/>
          </p:nvPr>
        </p:nvSpPr>
        <p:spPr>
          <a:xfrm>
            <a:off x="581541" y="2935953"/>
            <a:ext cx="3362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Development:</a:t>
            </a:r>
          </a:p>
        </p:txBody>
      </p:sp>
      <p:sp>
        <p:nvSpPr>
          <p:cNvPr id="1485" name="Google Shape;1485;p35"/>
          <p:cNvSpPr txBox="1">
            <a:spLocks noGrp="1"/>
          </p:cNvSpPr>
          <p:nvPr>
            <p:ph type="title"/>
          </p:nvPr>
        </p:nvSpPr>
        <p:spPr>
          <a:xfrm>
            <a:off x="307273" y="173805"/>
            <a:ext cx="85405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/>
              <a:t>03: </a:t>
            </a:r>
            <a:r>
              <a:rPr lang="en-US" sz="2500">
                <a:solidFill>
                  <a:srgbClr val="000000"/>
                </a:solidFill>
              </a:rPr>
              <a:t>Vendor alignment for product efficiency</a:t>
            </a:r>
            <a:endParaRPr lang="en-US" sz="2500" b="0">
              <a:solidFill>
                <a:srgbClr val="000000"/>
              </a:solidFill>
            </a:endParaRPr>
          </a:p>
        </p:txBody>
      </p:sp>
      <p:sp>
        <p:nvSpPr>
          <p:cNvPr id="1486" name="Google Shape;1486;p35"/>
          <p:cNvSpPr txBox="1">
            <a:spLocks noGrp="1"/>
          </p:cNvSpPr>
          <p:nvPr>
            <p:ph type="subTitle" idx="1"/>
          </p:nvPr>
        </p:nvSpPr>
        <p:spPr>
          <a:xfrm>
            <a:off x="568355" y="1616900"/>
            <a:ext cx="3373483" cy="1254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sz="1400">
                <a:latin typeface="Syne"/>
              </a:rPr>
              <a:t>Multiple vendors are supplying  the same products</a:t>
            </a:r>
          </a:p>
          <a:p>
            <a:pPr marL="285750" indent="-285750">
              <a:buFont typeface="Arial"/>
              <a:buChar char="•"/>
            </a:pPr>
            <a:r>
              <a:rPr lang="en" sz="1400">
                <a:latin typeface="Syne"/>
              </a:rPr>
              <a:t>Some vendors regularly have shipping delays while others don't for the same product</a:t>
            </a:r>
          </a:p>
        </p:txBody>
      </p:sp>
      <p:sp>
        <p:nvSpPr>
          <p:cNvPr id="1489" name="Google Shape;1489;p35"/>
          <p:cNvSpPr txBox="1">
            <a:spLocks noGrp="1"/>
          </p:cNvSpPr>
          <p:nvPr>
            <p:ph type="subTitle" idx="4"/>
          </p:nvPr>
        </p:nvSpPr>
        <p:spPr>
          <a:xfrm>
            <a:off x="4342489" y="1616759"/>
            <a:ext cx="4218988" cy="689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sz="1400" b="1">
                <a:latin typeface="Syne"/>
              </a:rPr>
              <a:t>Vendor Dependency</a:t>
            </a:r>
            <a:r>
              <a:rPr lang="en" sz="1400">
                <a:latin typeface="Syne"/>
              </a:rPr>
              <a:t>: Too much dependency on any single vendor makes us vulnerable to their problems (supply issues, labor shortages, etc.)</a:t>
            </a:r>
          </a:p>
          <a:p>
            <a:pPr marL="285750" indent="-285750">
              <a:buFont typeface="Arial"/>
              <a:buChar char="•"/>
            </a:pPr>
            <a:r>
              <a:rPr lang="en" sz="1400" b="1">
                <a:latin typeface="Syne"/>
              </a:rPr>
              <a:t>Limited Flexibility</a:t>
            </a:r>
            <a:r>
              <a:rPr lang="en" sz="1400">
                <a:latin typeface="Syne"/>
              </a:rPr>
              <a:t>: We lose sourcing flexibility – if market conditions change or issues arise, having one assigned vendor makes it harder to pivot</a:t>
            </a:r>
          </a:p>
          <a:p>
            <a:pPr marL="285750" indent="-285750">
              <a:buFont typeface="Arial"/>
              <a:buChar char="•"/>
            </a:pPr>
            <a:r>
              <a:rPr lang="en" sz="1400" b="1">
                <a:latin typeface="Syne"/>
              </a:rPr>
              <a:t>Pricing Power</a:t>
            </a:r>
            <a:r>
              <a:rPr lang="en" sz="1400">
                <a:latin typeface="Syne"/>
              </a:rPr>
              <a:t>: Preferred vendors gain negotiating power – knowing they're our main supplier for certain items, they could increase prices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490" name="Google Shape;1490;p35"/>
          <p:cNvSpPr txBox="1">
            <a:spLocks noGrp="1"/>
          </p:cNvSpPr>
          <p:nvPr>
            <p:ph type="subTitle" idx="5"/>
          </p:nvPr>
        </p:nvSpPr>
        <p:spPr>
          <a:xfrm>
            <a:off x="601081" y="1003892"/>
            <a:ext cx="33627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Data Findings: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73D8B-7EBF-B4C2-8406-DC9545BA28A1}"/>
              </a:ext>
            </a:extLst>
          </p:cNvPr>
          <p:cNvSpPr txBox="1"/>
          <p:nvPr/>
        </p:nvSpPr>
        <p:spPr>
          <a:xfrm>
            <a:off x="582460" y="3501166"/>
            <a:ext cx="335937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>
                <a:latin typeface="Syne"/>
              </a:rPr>
              <a:t>Match products to the vendors who deliver them quickest, thus improving efficiency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E9AEE8B-66CE-8459-1064-CA1052995694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4572000" y="1060111"/>
            <a:ext cx="3362700" cy="558900"/>
          </a:xfrm>
        </p:spPr>
        <p:txBody>
          <a:bodyPr/>
          <a:lstStyle/>
          <a:p>
            <a:r>
              <a:rPr lang="en-US"/>
              <a:t>Risks: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1C6F-0C41-D685-93A4-E96A1CFB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220" y="635525"/>
            <a:ext cx="7704000" cy="572700"/>
          </a:xfrm>
        </p:spPr>
        <p:txBody>
          <a:bodyPr/>
          <a:lstStyle/>
          <a:p>
            <a:r>
              <a:rPr lang="en-US"/>
              <a:t>Vendor Delivery Times Chart</a:t>
            </a:r>
          </a:p>
        </p:txBody>
      </p:sp>
      <p:pic>
        <p:nvPicPr>
          <p:cNvPr id="9" name="Picture 8" descr="A graph of a product&#10;&#10;Description automatically generated">
            <a:extLst>
              <a:ext uri="{FF2B5EF4-FFF2-40B4-BE49-F238E27FC236}">
                <a16:creationId xmlns:a16="http://schemas.microsoft.com/office/drawing/2014/main" id="{24343250-5603-06D6-3F54-442CF3DE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01" y="1569282"/>
            <a:ext cx="4173398" cy="2698230"/>
          </a:xfrm>
          <a:prstGeom prst="rect">
            <a:avLst/>
          </a:prstGeom>
        </p:spPr>
      </p:pic>
      <p:pic>
        <p:nvPicPr>
          <p:cNvPr id="10" name="Picture 9" descr="A graph with white dots and blue squares&#10;&#10;Description automatically generated">
            <a:extLst>
              <a:ext uri="{FF2B5EF4-FFF2-40B4-BE49-F238E27FC236}">
                <a16:creationId xmlns:a16="http://schemas.microsoft.com/office/drawing/2014/main" id="{C4ECA80D-6C23-0A9B-D1DD-ABF7435F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466" y="1564598"/>
            <a:ext cx="4187805" cy="27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03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4EEA-9732-DD7C-AD35-0EF32593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420" y="307865"/>
            <a:ext cx="7704000" cy="572700"/>
          </a:xfrm>
        </p:spPr>
        <p:txBody>
          <a:bodyPr/>
          <a:lstStyle/>
          <a:p>
            <a:r>
              <a:rPr lang="en-US"/>
              <a:t>Suggested vendor 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EA544-31CD-A30C-C51B-FCD08B0B7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9750" y="1837200"/>
            <a:ext cx="2783930" cy="14691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Syne"/>
              </a:rPr>
              <a:t>Using these vendors for their designated Product will keep the vendors delivery days between 7 and 9 days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>
                <a:latin typeface="Syne"/>
              </a:rPr>
              <a:t>Otherwise, it would be from 7 to 21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67C7241-9506-87FF-57D7-61D301C0DB9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548290" y="1285677"/>
            <a:ext cx="4071709" cy="558900"/>
          </a:xfrm>
        </p:spPr>
        <p:txBody>
          <a:bodyPr/>
          <a:lstStyle/>
          <a:p>
            <a:r>
              <a:rPr lang="en-US"/>
              <a:t>Updated version of Vendors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A6A954-08E6-3D9C-62C0-3FDE04488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61630"/>
              </p:ext>
            </p:extLst>
          </p:nvPr>
        </p:nvGraphicFramePr>
        <p:xfrm>
          <a:off x="1167350" y="1086894"/>
          <a:ext cx="2146484" cy="3412798"/>
        </p:xfrm>
        <a:graphic>
          <a:graphicData uri="http://schemas.openxmlformats.org/drawingml/2006/table">
            <a:tbl>
              <a:tblPr/>
              <a:tblGrid>
                <a:gridCol w="1626809">
                  <a:extLst>
                    <a:ext uri="{9D8B030D-6E8A-4147-A177-3AD203B41FA5}">
                      <a16:colId xmlns:a16="http://schemas.microsoft.com/office/drawing/2014/main" val="3283182569"/>
                    </a:ext>
                  </a:extLst>
                </a:gridCol>
                <a:gridCol w="519675">
                  <a:extLst>
                    <a:ext uri="{9D8B030D-6E8A-4147-A177-3AD203B41FA5}">
                      <a16:colId xmlns:a16="http://schemas.microsoft.com/office/drawing/2014/main" val="2598418600"/>
                    </a:ext>
                  </a:extLst>
                </a:gridCol>
              </a:tblGrid>
              <a:tr h="486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Vendor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015593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Casual Vest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372428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Fryer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79694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College Mug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624896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Quilt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08222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Scented Candle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838080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Deskwide Mousepad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074664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LED Lights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445190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Succulent Plant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648086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Yoga Mat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143178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Sleep Mask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529033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957883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Silk Pillowcase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453430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Heart Shaped Wall Mirror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789923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Tote Bag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17714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Noise-Cancelling Headphones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079302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 Case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747529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Cookbook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75992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 Bottle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608560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Keyboard Wrist Rest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466328"/>
                  </a:ext>
                </a:extLst>
              </a:tr>
              <a:tr h="16268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 Pillow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778" marR="6778" marT="67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09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065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37"/>
          <p:cNvSpPr txBox="1">
            <a:spLocks noGrp="1"/>
          </p:cNvSpPr>
          <p:nvPr>
            <p:ph type="subTitle" idx="1"/>
          </p:nvPr>
        </p:nvSpPr>
        <p:spPr>
          <a:xfrm>
            <a:off x="429909" y="212114"/>
            <a:ext cx="8716702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2500" b="1">
                <a:latin typeface="Syne"/>
              </a:rPr>
              <a:t>03: </a:t>
            </a:r>
            <a:r>
              <a:rPr lang="en-US" sz="2500" b="1">
                <a:solidFill>
                  <a:srgbClr val="000000"/>
                </a:solidFill>
                <a:latin typeface="Syne"/>
              </a:rPr>
              <a:t>Vendor alignment for product efficiency mitigation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4FCD24-0091-B329-BF7F-4D89E3F00AF7}"/>
              </a:ext>
            </a:extLst>
          </p:cNvPr>
          <p:cNvSpPr txBox="1"/>
          <p:nvPr/>
        </p:nvSpPr>
        <p:spPr>
          <a:xfrm>
            <a:off x="1479200" y="1050776"/>
            <a:ext cx="5572125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b="1"/>
              <a:t>Establish Contingency Plans</a:t>
            </a:r>
            <a:r>
              <a:rPr lang="en-US"/>
              <a:t>: Develop contingency plans for potential disruptions that may occur, including backup vendors and alternative sourcing strategies.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 b="1"/>
              <a:t>Regular Performance Reviews</a:t>
            </a:r>
            <a:r>
              <a:rPr lang="en-US"/>
              <a:t>: Conduct regular assessments of vendor performance, including delivery times, product quality, and responsiveness.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 b="1"/>
              <a:t>Diversify Vendor Relationships</a:t>
            </a:r>
            <a:r>
              <a:rPr lang="en-US"/>
              <a:t>: Maintain relationships with multiple vendors for each product to ensure alternatives are available in case one vendor encounters issues.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 b="1"/>
              <a:t>Contract Flexibility</a:t>
            </a:r>
            <a:r>
              <a:rPr lang="en-US"/>
              <a:t>: Negotiate contracts that include clauses for flexibility in pricing and delivery times, allowing for adjustments based on market conditions or vendor performance.</a:t>
            </a:r>
          </a:p>
        </p:txBody>
      </p:sp>
      <p:pic>
        <p:nvPicPr>
          <p:cNvPr id="3" name="Picture 2" descr="A yellow and brown shield with a letter on it&#10;&#10;Description automatically generated">
            <a:extLst>
              <a:ext uri="{FF2B5EF4-FFF2-40B4-BE49-F238E27FC236}">
                <a16:creationId xmlns:a16="http://schemas.microsoft.com/office/drawing/2014/main" id="{0345257B-4474-9DC2-813E-91BCFC2C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">
            <a:off x="7519220" y="1908528"/>
            <a:ext cx="920479" cy="1094571"/>
          </a:xfrm>
          <a:prstGeom prst="rect">
            <a:avLst/>
          </a:prstGeom>
        </p:spPr>
      </p:pic>
      <p:pic>
        <p:nvPicPr>
          <p:cNvPr id="7" name="Picture 6" descr="Maersk Group Logo PNG vector in SVG, PDF, AI, CDR format">
            <a:extLst>
              <a:ext uri="{FF2B5EF4-FFF2-40B4-BE49-F238E27FC236}">
                <a16:creationId xmlns:a16="http://schemas.microsoft.com/office/drawing/2014/main" id="{FD787C24-A7D5-D971-4B96-ABA5B0E80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2700000">
            <a:off x="7415446" y="3586125"/>
            <a:ext cx="1119754" cy="1063572"/>
          </a:xfrm>
          <a:prstGeom prst="rect">
            <a:avLst/>
          </a:prstGeom>
        </p:spPr>
      </p:pic>
      <p:pic>
        <p:nvPicPr>
          <p:cNvPr id="8" name="Picture 7" descr="Logo and Claim | DHL Brand Hub | www.dpdhl-brands.com">
            <a:extLst>
              <a:ext uri="{FF2B5EF4-FFF2-40B4-BE49-F238E27FC236}">
                <a16:creationId xmlns:a16="http://schemas.microsoft.com/office/drawing/2014/main" id="{9C71C51D-29DB-5FBE-9EAE-F83BFF06A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">
            <a:off x="186678" y="1511462"/>
            <a:ext cx="955085" cy="889216"/>
          </a:xfrm>
          <a:prstGeom prst="rect">
            <a:avLst/>
          </a:prstGeom>
        </p:spPr>
      </p:pic>
      <p:pic>
        <p:nvPicPr>
          <p:cNvPr id="10" name="Picture 9" descr="Logistics Services and Freight Shipping ...">
            <a:extLst>
              <a:ext uri="{FF2B5EF4-FFF2-40B4-BE49-F238E27FC236}">
                <a16:creationId xmlns:a16="http://schemas.microsoft.com/office/drawing/2014/main" id="{E61C46E8-1D9B-EDBE-BA24-C28EAD5EAC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60000">
            <a:off x="7458262" y="1025851"/>
            <a:ext cx="1595579" cy="409867"/>
          </a:xfrm>
          <a:prstGeom prst="rect">
            <a:avLst/>
          </a:prstGeom>
        </p:spPr>
      </p:pic>
      <p:pic>
        <p:nvPicPr>
          <p:cNvPr id="11" name="Picture 10" descr="FedEx Logo: Design, History, And Evolution - LogoCreator.io">
            <a:extLst>
              <a:ext uri="{FF2B5EF4-FFF2-40B4-BE49-F238E27FC236}">
                <a16:creationId xmlns:a16="http://schemas.microsoft.com/office/drawing/2014/main" id="{65B194B0-41DD-E225-4FA5-A255A062C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460000">
            <a:off x="377790" y="2985509"/>
            <a:ext cx="964771" cy="10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3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3"/>
          <p:cNvSpPr txBox="1">
            <a:spLocks noGrp="1"/>
          </p:cNvSpPr>
          <p:nvPr>
            <p:ph type="subTitle" idx="4"/>
          </p:nvPr>
        </p:nvSpPr>
        <p:spPr>
          <a:xfrm>
            <a:off x="4888929" y="1141334"/>
            <a:ext cx="307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Risk</a:t>
            </a:r>
            <a:endParaRPr/>
          </a:p>
        </p:txBody>
      </p:sp>
      <p:sp>
        <p:nvSpPr>
          <p:cNvPr id="1436" name="Google Shape;1436;p33"/>
          <p:cNvSpPr txBox="1">
            <a:spLocks noGrp="1"/>
          </p:cNvSpPr>
          <p:nvPr>
            <p:ph type="subTitle" idx="1"/>
          </p:nvPr>
        </p:nvSpPr>
        <p:spPr>
          <a:xfrm>
            <a:off x="4655673" y="1741293"/>
            <a:ext cx="3987890" cy="2573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/>
              <a:t>Client does not value the Shop X Plus</a:t>
            </a:r>
            <a:r>
              <a:rPr lang="en-US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/>
              <a:t>Orders will remain to be delayed, causing customer dissatisfaction and a decrease in retention rate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/>
              <a:t>Cost to Implement a Shop X Plus: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/>
              <a:t>Developing custom software for efficient inventory management can be costly, involving expenses for design, development, testing, and ongoing maintenance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/>
              <a:t>Inventory Management</a:t>
            </a:r>
            <a:r>
              <a:rPr lang="en-US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/>
              <a:t>To guarantee fast shipping, we need efficient inventory management. If stock runs out in restocking, we risk upsetting customers</a:t>
            </a:r>
          </a:p>
        </p:txBody>
      </p:sp>
      <p:sp>
        <p:nvSpPr>
          <p:cNvPr id="1437" name="Google Shape;1437;p33"/>
          <p:cNvSpPr txBox="1">
            <a:spLocks noGrp="1"/>
          </p:cNvSpPr>
          <p:nvPr>
            <p:ph type="subTitle" idx="2"/>
          </p:nvPr>
        </p:nvSpPr>
        <p:spPr>
          <a:xfrm>
            <a:off x="500437" y="1524490"/>
            <a:ext cx="3072000" cy="14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</a:t>
            </a:r>
            <a:r>
              <a:rPr lang="en"/>
              <a:t>e currently have 52 % of clients using express, our goal is to increase this number to 70 %</a:t>
            </a:r>
            <a:endParaRPr/>
          </a:p>
        </p:txBody>
      </p:sp>
      <p:sp>
        <p:nvSpPr>
          <p:cNvPr id="1438" name="Google Shape;1438;p33"/>
          <p:cNvSpPr txBox="1">
            <a:spLocks noGrp="1"/>
          </p:cNvSpPr>
          <p:nvPr>
            <p:ph type="subTitle" idx="3"/>
          </p:nvPr>
        </p:nvSpPr>
        <p:spPr>
          <a:xfrm>
            <a:off x="500437" y="905187"/>
            <a:ext cx="1832851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</a:p>
        </p:txBody>
      </p:sp>
      <p:sp>
        <p:nvSpPr>
          <p:cNvPr id="1439" name="Google Shape;1439;p33"/>
          <p:cNvSpPr/>
          <p:nvPr/>
        </p:nvSpPr>
        <p:spPr>
          <a:xfrm>
            <a:off x="1272135" y="916008"/>
            <a:ext cx="812674" cy="705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lbert Sans"/>
                <a:ea typeface="Albert Sans"/>
                <a:cs typeface="Albert Sans"/>
              </a:rPr>
              <a:t>c</a:t>
            </a:r>
            <a:endParaRPr dirty="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40" name="Google Shape;1440;p33"/>
          <p:cNvSpPr/>
          <p:nvPr/>
        </p:nvSpPr>
        <p:spPr>
          <a:xfrm>
            <a:off x="5719092" y="1013017"/>
            <a:ext cx="705001" cy="696719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1441" name="Google Shape;1441;p33"/>
          <p:cNvGrpSpPr/>
          <p:nvPr/>
        </p:nvGrpSpPr>
        <p:grpSpPr>
          <a:xfrm>
            <a:off x="1419957" y="1029986"/>
            <a:ext cx="483902" cy="475798"/>
            <a:chOff x="860940" y="2746477"/>
            <a:chExt cx="371883" cy="365691"/>
          </a:xfrm>
        </p:grpSpPr>
        <p:sp>
          <p:nvSpPr>
            <p:cNvPr id="1442" name="Google Shape;1442;p33"/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3"/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7" name="Google Shape;1447;p33"/>
          <p:cNvGrpSpPr/>
          <p:nvPr/>
        </p:nvGrpSpPr>
        <p:grpSpPr>
          <a:xfrm>
            <a:off x="5829525" y="1126315"/>
            <a:ext cx="475852" cy="475817"/>
            <a:chOff x="4891198" y="2925108"/>
            <a:chExt cx="334634" cy="334634"/>
          </a:xfrm>
        </p:grpSpPr>
        <p:sp>
          <p:nvSpPr>
            <p:cNvPr id="1448" name="Google Shape;1448;p33"/>
            <p:cNvSpPr/>
            <p:nvPr/>
          </p:nvSpPr>
          <p:spPr>
            <a:xfrm>
              <a:off x="5001830" y="2925108"/>
              <a:ext cx="113338" cy="150831"/>
            </a:xfrm>
            <a:custGeom>
              <a:avLst/>
              <a:gdLst/>
              <a:ahLst/>
              <a:cxnLst/>
              <a:rect l="l" t="t" r="r" b="b"/>
              <a:pathLst>
                <a:path w="3561" h="4739" extrusionOk="0">
                  <a:moveTo>
                    <a:pt x="1822" y="333"/>
                  </a:moveTo>
                  <a:cubicBezTo>
                    <a:pt x="2251" y="333"/>
                    <a:pt x="2596" y="691"/>
                    <a:pt x="2596" y="1107"/>
                  </a:cubicBezTo>
                  <a:lnTo>
                    <a:pt x="2596" y="1214"/>
                  </a:lnTo>
                  <a:lnTo>
                    <a:pt x="2573" y="1214"/>
                  </a:lnTo>
                  <a:cubicBezTo>
                    <a:pt x="2358" y="1155"/>
                    <a:pt x="2275" y="857"/>
                    <a:pt x="2263" y="857"/>
                  </a:cubicBezTo>
                  <a:cubicBezTo>
                    <a:pt x="2251" y="798"/>
                    <a:pt x="2203" y="738"/>
                    <a:pt x="2132" y="738"/>
                  </a:cubicBezTo>
                  <a:cubicBezTo>
                    <a:pt x="2119" y="733"/>
                    <a:pt x="2105" y="731"/>
                    <a:pt x="2092" y="731"/>
                  </a:cubicBezTo>
                  <a:cubicBezTo>
                    <a:pt x="2043" y="731"/>
                    <a:pt x="1993" y="761"/>
                    <a:pt x="1965" y="798"/>
                  </a:cubicBezTo>
                  <a:cubicBezTo>
                    <a:pt x="1668" y="1214"/>
                    <a:pt x="1001" y="1214"/>
                    <a:pt x="1001" y="1214"/>
                  </a:cubicBezTo>
                  <a:lnTo>
                    <a:pt x="953" y="1214"/>
                  </a:lnTo>
                  <a:lnTo>
                    <a:pt x="965" y="1107"/>
                  </a:lnTo>
                  <a:cubicBezTo>
                    <a:pt x="965" y="679"/>
                    <a:pt x="1322" y="333"/>
                    <a:pt x="1739" y="333"/>
                  </a:cubicBezTo>
                  <a:close/>
                  <a:moveTo>
                    <a:pt x="2739" y="1655"/>
                  </a:moveTo>
                  <a:cubicBezTo>
                    <a:pt x="2775" y="1691"/>
                    <a:pt x="2775" y="1715"/>
                    <a:pt x="2775" y="1750"/>
                  </a:cubicBezTo>
                  <a:cubicBezTo>
                    <a:pt x="2775" y="1786"/>
                    <a:pt x="2751" y="1834"/>
                    <a:pt x="2703" y="1845"/>
                  </a:cubicBezTo>
                  <a:lnTo>
                    <a:pt x="2703" y="1655"/>
                  </a:lnTo>
                  <a:close/>
                  <a:moveTo>
                    <a:pt x="846" y="1667"/>
                  </a:moveTo>
                  <a:lnTo>
                    <a:pt x="846" y="1881"/>
                  </a:lnTo>
                  <a:cubicBezTo>
                    <a:pt x="822" y="1845"/>
                    <a:pt x="787" y="1822"/>
                    <a:pt x="787" y="1762"/>
                  </a:cubicBezTo>
                  <a:cubicBezTo>
                    <a:pt x="787" y="1715"/>
                    <a:pt x="810" y="1691"/>
                    <a:pt x="822" y="1667"/>
                  </a:cubicBezTo>
                  <a:close/>
                  <a:moveTo>
                    <a:pt x="2084" y="1179"/>
                  </a:moveTo>
                  <a:cubicBezTo>
                    <a:pt x="2144" y="1298"/>
                    <a:pt x="2251" y="1417"/>
                    <a:pt x="2394" y="1476"/>
                  </a:cubicBezTo>
                  <a:lnTo>
                    <a:pt x="2382" y="1953"/>
                  </a:lnTo>
                  <a:cubicBezTo>
                    <a:pt x="2382" y="2250"/>
                    <a:pt x="2144" y="2477"/>
                    <a:pt x="1858" y="2477"/>
                  </a:cubicBezTo>
                  <a:lnTo>
                    <a:pt x="1715" y="2477"/>
                  </a:lnTo>
                  <a:cubicBezTo>
                    <a:pt x="1418" y="2477"/>
                    <a:pt x="1191" y="2238"/>
                    <a:pt x="1191" y="1953"/>
                  </a:cubicBezTo>
                  <a:lnTo>
                    <a:pt x="1191" y="1524"/>
                  </a:lnTo>
                  <a:cubicBezTo>
                    <a:pt x="1406" y="1488"/>
                    <a:pt x="1787" y="1417"/>
                    <a:pt x="2084" y="1179"/>
                  </a:cubicBezTo>
                  <a:close/>
                  <a:moveTo>
                    <a:pt x="1965" y="2798"/>
                  </a:moveTo>
                  <a:lnTo>
                    <a:pt x="1965" y="2893"/>
                  </a:lnTo>
                  <a:lnTo>
                    <a:pt x="1787" y="3084"/>
                  </a:lnTo>
                  <a:lnTo>
                    <a:pt x="1608" y="2917"/>
                  </a:lnTo>
                  <a:lnTo>
                    <a:pt x="1608" y="2798"/>
                  </a:lnTo>
                  <a:close/>
                  <a:moveTo>
                    <a:pt x="1751" y="0"/>
                  </a:moveTo>
                  <a:cubicBezTo>
                    <a:pt x="1144" y="0"/>
                    <a:pt x="644" y="512"/>
                    <a:pt x="644" y="1119"/>
                  </a:cubicBezTo>
                  <a:lnTo>
                    <a:pt x="644" y="1417"/>
                  </a:lnTo>
                  <a:cubicBezTo>
                    <a:pt x="537" y="1512"/>
                    <a:pt x="465" y="1643"/>
                    <a:pt x="465" y="1774"/>
                  </a:cubicBezTo>
                  <a:cubicBezTo>
                    <a:pt x="465" y="2000"/>
                    <a:pt x="656" y="2203"/>
                    <a:pt x="894" y="2226"/>
                  </a:cubicBezTo>
                  <a:cubicBezTo>
                    <a:pt x="953" y="2429"/>
                    <a:pt x="1108" y="2596"/>
                    <a:pt x="1287" y="2703"/>
                  </a:cubicBezTo>
                  <a:lnTo>
                    <a:pt x="1287" y="2786"/>
                  </a:lnTo>
                  <a:lnTo>
                    <a:pt x="596" y="3060"/>
                  </a:lnTo>
                  <a:cubicBezTo>
                    <a:pt x="537" y="3084"/>
                    <a:pt x="1" y="3298"/>
                    <a:pt x="1" y="3965"/>
                  </a:cubicBezTo>
                  <a:lnTo>
                    <a:pt x="1" y="4560"/>
                  </a:lnTo>
                  <a:cubicBezTo>
                    <a:pt x="1" y="4643"/>
                    <a:pt x="72" y="4727"/>
                    <a:pt x="167" y="4727"/>
                  </a:cubicBezTo>
                  <a:lnTo>
                    <a:pt x="584" y="4727"/>
                  </a:lnTo>
                  <a:cubicBezTo>
                    <a:pt x="668" y="4727"/>
                    <a:pt x="739" y="4643"/>
                    <a:pt x="739" y="4560"/>
                  </a:cubicBezTo>
                  <a:cubicBezTo>
                    <a:pt x="739" y="4465"/>
                    <a:pt x="668" y="4393"/>
                    <a:pt x="584" y="4393"/>
                  </a:cubicBezTo>
                  <a:lnTo>
                    <a:pt x="322" y="4393"/>
                  </a:lnTo>
                  <a:lnTo>
                    <a:pt x="322" y="3965"/>
                  </a:lnTo>
                  <a:cubicBezTo>
                    <a:pt x="322" y="3500"/>
                    <a:pt x="691" y="3369"/>
                    <a:pt x="703" y="3369"/>
                  </a:cubicBezTo>
                  <a:lnTo>
                    <a:pt x="715" y="3369"/>
                  </a:lnTo>
                  <a:lnTo>
                    <a:pt x="1334" y="3131"/>
                  </a:lnTo>
                  <a:lnTo>
                    <a:pt x="1668" y="3453"/>
                  </a:lnTo>
                  <a:cubicBezTo>
                    <a:pt x="1703" y="3489"/>
                    <a:pt x="1739" y="3500"/>
                    <a:pt x="1787" y="3500"/>
                  </a:cubicBezTo>
                  <a:cubicBezTo>
                    <a:pt x="1834" y="3500"/>
                    <a:pt x="1870" y="3489"/>
                    <a:pt x="1906" y="3453"/>
                  </a:cubicBezTo>
                  <a:lnTo>
                    <a:pt x="2215" y="3131"/>
                  </a:lnTo>
                  <a:lnTo>
                    <a:pt x="2846" y="3381"/>
                  </a:lnTo>
                  <a:lnTo>
                    <a:pt x="2858" y="3381"/>
                  </a:lnTo>
                  <a:cubicBezTo>
                    <a:pt x="2858" y="3381"/>
                    <a:pt x="3227" y="3512"/>
                    <a:pt x="3227" y="3977"/>
                  </a:cubicBezTo>
                  <a:lnTo>
                    <a:pt x="3227" y="4405"/>
                  </a:lnTo>
                  <a:lnTo>
                    <a:pt x="1120" y="4405"/>
                  </a:lnTo>
                  <a:cubicBezTo>
                    <a:pt x="1025" y="4405"/>
                    <a:pt x="953" y="4489"/>
                    <a:pt x="953" y="4572"/>
                  </a:cubicBezTo>
                  <a:cubicBezTo>
                    <a:pt x="953" y="4667"/>
                    <a:pt x="1025" y="4739"/>
                    <a:pt x="1120" y="4739"/>
                  </a:cubicBezTo>
                  <a:lnTo>
                    <a:pt x="3394" y="4739"/>
                  </a:lnTo>
                  <a:cubicBezTo>
                    <a:pt x="3477" y="4739"/>
                    <a:pt x="3561" y="4667"/>
                    <a:pt x="3561" y="4572"/>
                  </a:cubicBezTo>
                  <a:lnTo>
                    <a:pt x="3561" y="3977"/>
                  </a:lnTo>
                  <a:cubicBezTo>
                    <a:pt x="3561" y="3310"/>
                    <a:pt x="3037" y="3084"/>
                    <a:pt x="2965" y="3072"/>
                  </a:cubicBezTo>
                  <a:lnTo>
                    <a:pt x="2311" y="2798"/>
                  </a:lnTo>
                  <a:lnTo>
                    <a:pt x="2311" y="2715"/>
                  </a:lnTo>
                  <a:cubicBezTo>
                    <a:pt x="2489" y="2607"/>
                    <a:pt x="2620" y="2441"/>
                    <a:pt x="2692" y="2238"/>
                  </a:cubicBezTo>
                  <a:cubicBezTo>
                    <a:pt x="2930" y="2226"/>
                    <a:pt x="3120" y="2012"/>
                    <a:pt x="3120" y="1774"/>
                  </a:cubicBezTo>
                  <a:cubicBezTo>
                    <a:pt x="3120" y="1631"/>
                    <a:pt x="3049" y="1488"/>
                    <a:pt x="2942" y="1417"/>
                  </a:cubicBezTo>
                  <a:lnTo>
                    <a:pt x="2942" y="1119"/>
                  </a:lnTo>
                  <a:cubicBezTo>
                    <a:pt x="2942" y="512"/>
                    <a:pt x="2442" y="0"/>
                    <a:pt x="1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5102628" y="2933033"/>
              <a:ext cx="98188" cy="76991"/>
            </a:xfrm>
            <a:custGeom>
              <a:avLst/>
              <a:gdLst/>
              <a:ahLst/>
              <a:cxnLst/>
              <a:rect l="l" t="t" r="r" b="b"/>
              <a:pathLst>
                <a:path w="3085" h="2419" extrusionOk="0">
                  <a:moveTo>
                    <a:pt x="181" y="1"/>
                  </a:moveTo>
                  <a:cubicBezTo>
                    <a:pt x="116" y="1"/>
                    <a:pt x="55" y="44"/>
                    <a:pt x="37" y="108"/>
                  </a:cubicBezTo>
                  <a:cubicBezTo>
                    <a:pt x="1" y="192"/>
                    <a:pt x="48" y="287"/>
                    <a:pt x="132" y="323"/>
                  </a:cubicBezTo>
                  <a:cubicBezTo>
                    <a:pt x="1215" y="680"/>
                    <a:pt x="2132" y="1394"/>
                    <a:pt x="2751" y="2347"/>
                  </a:cubicBezTo>
                  <a:cubicBezTo>
                    <a:pt x="2787" y="2394"/>
                    <a:pt x="2846" y="2418"/>
                    <a:pt x="2894" y="2418"/>
                  </a:cubicBezTo>
                  <a:cubicBezTo>
                    <a:pt x="2918" y="2418"/>
                    <a:pt x="2954" y="2406"/>
                    <a:pt x="2977" y="2394"/>
                  </a:cubicBezTo>
                  <a:cubicBezTo>
                    <a:pt x="3049" y="2347"/>
                    <a:pt x="3085" y="2239"/>
                    <a:pt x="3025" y="2168"/>
                  </a:cubicBezTo>
                  <a:cubicBezTo>
                    <a:pt x="2370" y="1156"/>
                    <a:pt x="1382" y="382"/>
                    <a:pt x="239" y="13"/>
                  </a:cubicBezTo>
                  <a:cubicBezTo>
                    <a:pt x="220" y="5"/>
                    <a:pt x="200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4915832" y="2932492"/>
              <a:ext cx="98920" cy="77532"/>
            </a:xfrm>
            <a:custGeom>
              <a:avLst/>
              <a:gdLst/>
              <a:ahLst/>
              <a:cxnLst/>
              <a:rect l="l" t="t" r="r" b="b"/>
              <a:pathLst>
                <a:path w="3108" h="2436" extrusionOk="0">
                  <a:moveTo>
                    <a:pt x="2914" y="0"/>
                  </a:moveTo>
                  <a:cubicBezTo>
                    <a:pt x="2899" y="0"/>
                    <a:pt x="2884" y="2"/>
                    <a:pt x="2869" y="6"/>
                  </a:cubicBezTo>
                  <a:cubicBezTo>
                    <a:pt x="1703" y="375"/>
                    <a:pt x="714" y="1161"/>
                    <a:pt x="36" y="2185"/>
                  </a:cubicBezTo>
                  <a:cubicBezTo>
                    <a:pt x="0" y="2256"/>
                    <a:pt x="24" y="2364"/>
                    <a:pt x="95" y="2411"/>
                  </a:cubicBezTo>
                  <a:cubicBezTo>
                    <a:pt x="131" y="2423"/>
                    <a:pt x="155" y="2435"/>
                    <a:pt x="191" y="2435"/>
                  </a:cubicBezTo>
                  <a:cubicBezTo>
                    <a:pt x="250" y="2435"/>
                    <a:pt x="298" y="2411"/>
                    <a:pt x="322" y="2364"/>
                  </a:cubicBezTo>
                  <a:cubicBezTo>
                    <a:pt x="953" y="1399"/>
                    <a:pt x="1881" y="685"/>
                    <a:pt x="2977" y="328"/>
                  </a:cubicBezTo>
                  <a:cubicBezTo>
                    <a:pt x="3060" y="292"/>
                    <a:pt x="3108" y="209"/>
                    <a:pt x="3072" y="113"/>
                  </a:cubicBezTo>
                  <a:cubicBezTo>
                    <a:pt x="3052" y="44"/>
                    <a:pt x="2984" y="0"/>
                    <a:pt x="2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4915832" y="3174254"/>
              <a:ext cx="80746" cy="70689"/>
            </a:xfrm>
            <a:custGeom>
              <a:avLst/>
              <a:gdLst/>
              <a:ahLst/>
              <a:cxnLst/>
              <a:rect l="l" t="t" r="r" b="b"/>
              <a:pathLst>
                <a:path w="2537" h="2221" extrusionOk="0">
                  <a:moveTo>
                    <a:pt x="185" y="0"/>
                  </a:moveTo>
                  <a:cubicBezTo>
                    <a:pt x="155" y="0"/>
                    <a:pt x="125" y="9"/>
                    <a:pt x="95" y="30"/>
                  </a:cubicBezTo>
                  <a:cubicBezTo>
                    <a:pt x="24" y="78"/>
                    <a:pt x="0" y="185"/>
                    <a:pt x="60" y="256"/>
                  </a:cubicBezTo>
                  <a:cubicBezTo>
                    <a:pt x="607" y="1102"/>
                    <a:pt x="1381" y="1780"/>
                    <a:pt x="2286" y="2209"/>
                  </a:cubicBezTo>
                  <a:cubicBezTo>
                    <a:pt x="2322" y="2221"/>
                    <a:pt x="2334" y="2221"/>
                    <a:pt x="2357" y="2221"/>
                  </a:cubicBezTo>
                  <a:cubicBezTo>
                    <a:pt x="2417" y="2221"/>
                    <a:pt x="2477" y="2197"/>
                    <a:pt x="2512" y="2138"/>
                  </a:cubicBezTo>
                  <a:cubicBezTo>
                    <a:pt x="2536" y="2030"/>
                    <a:pt x="2512" y="1923"/>
                    <a:pt x="2417" y="1899"/>
                  </a:cubicBezTo>
                  <a:cubicBezTo>
                    <a:pt x="1560" y="1495"/>
                    <a:pt x="845" y="864"/>
                    <a:pt x="322" y="78"/>
                  </a:cubicBezTo>
                  <a:cubicBezTo>
                    <a:pt x="291" y="31"/>
                    <a:pt x="240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5121215" y="3173936"/>
              <a:ext cx="79601" cy="69511"/>
            </a:xfrm>
            <a:custGeom>
              <a:avLst/>
              <a:gdLst/>
              <a:ahLst/>
              <a:cxnLst/>
              <a:rect l="l" t="t" r="r" b="b"/>
              <a:pathLst>
                <a:path w="2501" h="2184" extrusionOk="0">
                  <a:moveTo>
                    <a:pt x="2301" y="0"/>
                  </a:moveTo>
                  <a:cubicBezTo>
                    <a:pt x="2250" y="0"/>
                    <a:pt x="2201" y="25"/>
                    <a:pt x="2179" y="76"/>
                  </a:cubicBezTo>
                  <a:cubicBezTo>
                    <a:pt x="1667" y="862"/>
                    <a:pt x="953" y="1481"/>
                    <a:pt x="119" y="1874"/>
                  </a:cubicBezTo>
                  <a:cubicBezTo>
                    <a:pt x="36" y="1921"/>
                    <a:pt x="0" y="2005"/>
                    <a:pt x="48" y="2100"/>
                  </a:cubicBezTo>
                  <a:cubicBezTo>
                    <a:pt x="72" y="2159"/>
                    <a:pt x="131" y="2183"/>
                    <a:pt x="191" y="2183"/>
                  </a:cubicBezTo>
                  <a:cubicBezTo>
                    <a:pt x="226" y="2183"/>
                    <a:pt x="238" y="2183"/>
                    <a:pt x="274" y="2171"/>
                  </a:cubicBezTo>
                  <a:cubicBezTo>
                    <a:pt x="1167" y="1755"/>
                    <a:pt x="1941" y="1088"/>
                    <a:pt x="2477" y="231"/>
                  </a:cubicBezTo>
                  <a:cubicBezTo>
                    <a:pt x="2501" y="183"/>
                    <a:pt x="2489" y="76"/>
                    <a:pt x="2393" y="28"/>
                  </a:cubicBezTo>
                  <a:cubicBezTo>
                    <a:pt x="2366" y="10"/>
                    <a:pt x="2333" y="0"/>
                    <a:pt x="2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4891198" y="3016803"/>
              <a:ext cx="112956" cy="150831"/>
            </a:xfrm>
            <a:custGeom>
              <a:avLst/>
              <a:gdLst/>
              <a:ahLst/>
              <a:cxnLst/>
              <a:rect l="l" t="t" r="r" b="b"/>
              <a:pathLst>
                <a:path w="3549" h="4739" extrusionOk="0">
                  <a:moveTo>
                    <a:pt x="1822" y="322"/>
                  </a:moveTo>
                  <a:cubicBezTo>
                    <a:pt x="2262" y="322"/>
                    <a:pt x="2596" y="679"/>
                    <a:pt x="2596" y="1096"/>
                  </a:cubicBezTo>
                  <a:lnTo>
                    <a:pt x="2596" y="1203"/>
                  </a:lnTo>
                  <a:lnTo>
                    <a:pt x="2584" y="1203"/>
                  </a:lnTo>
                  <a:cubicBezTo>
                    <a:pt x="2358" y="1143"/>
                    <a:pt x="2286" y="846"/>
                    <a:pt x="2274" y="846"/>
                  </a:cubicBezTo>
                  <a:cubicBezTo>
                    <a:pt x="2262" y="786"/>
                    <a:pt x="2215" y="727"/>
                    <a:pt x="2143" y="727"/>
                  </a:cubicBezTo>
                  <a:cubicBezTo>
                    <a:pt x="2133" y="725"/>
                    <a:pt x="2122" y="724"/>
                    <a:pt x="2111" y="724"/>
                  </a:cubicBezTo>
                  <a:cubicBezTo>
                    <a:pt x="2057" y="724"/>
                    <a:pt x="1996" y="747"/>
                    <a:pt x="1977" y="786"/>
                  </a:cubicBezTo>
                  <a:cubicBezTo>
                    <a:pt x="1691" y="1203"/>
                    <a:pt x="1024" y="1203"/>
                    <a:pt x="1024" y="1203"/>
                  </a:cubicBezTo>
                  <a:lnTo>
                    <a:pt x="976" y="1203"/>
                  </a:lnTo>
                  <a:lnTo>
                    <a:pt x="976" y="1096"/>
                  </a:lnTo>
                  <a:cubicBezTo>
                    <a:pt x="976" y="667"/>
                    <a:pt x="1334" y="322"/>
                    <a:pt x="1750" y="322"/>
                  </a:cubicBezTo>
                  <a:close/>
                  <a:moveTo>
                    <a:pt x="2727" y="1667"/>
                  </a:moveTo>
                  <a:cubicBezTo>
                    <a:pt x="2762" y="1691"/>
                    <a:pt x="2762" y="1727"/>
                    <a:pt x="2762" y="1751"/>
                  </a:cubicBezTo>
                  <a:cubicBezTo>
                    <a:pt x="2762" y="1798"/>
                    <a:pt x="2750" y="1846"/>
                    <a:pt x="2703" y="1858"/>
                  </a:cubicBezTo>
                  <a:lnTo>
                    <a:pt x="2703" y="1667"/>
                  </a:lnTo>
                  <a:close/>
                  <a:moveTo>
                    <a:pt x="845" y="1667"/>
                  </a:moveTo>
                  <a:lnTo>
                    <a:pt x="845" y="1870"/>
                  </a:lnTo>
                  <a:cubicBezTo>
                    <a:pt x="810" y="1846"/>
                    <a:pt x="786" y="1810"/>
                    <a:pt x="786" y="1751"/>
                  </a:cubicBezTo>
                  <a:cubicBezTo>
                    <a:pt x="786" y="1727"/>
                    <a:pt x="798" y="1691"/>
                    <a:pt x="810" y="1667"/>
                  </a:cubicBezTo>
                  <a:close/>
                  <a:moveTo>
                    <a:pt x="2084" y="1203"/>
                  </a:moveTo>
                  <a:cubicBezTo>
                    <a:pt x="2143" y="1322"/>
                    <a:pt x="2239" y="1441"/>
                    <a:pt x="2393" y="1501"/>
                  </a:cubicBezTo>
                  <a:lnTo>
                    <a:pt x="2393" y="1977"/>
                  </a:lnTo>
                  <a:cubicBezTo>
                    <a:pt x="2393" y="2263"/>
                    <a:pt x="2155" y="2489"/>
                    <a:pt x="1858" y="2489"/>
                  </a:cubicBezTo>
                  <a:lnTo>
                    <a:pt x="1703" y="2489"/>
                  </a:lnTo>
                  <a:cubicBezTo>
                    <a:pt x="1405" y="2489"/>
                    <a:pt x="1191" y="2251"/>
                    <a:pt x="1191" y="1977"/>
                  </a:cubicBezTo>
                  <a:lnTo>
                    <a:pt x="1191" y="1548"/>
                  </a:lnTo>
                  <a:cubicBezTo>
                    <a:pt x="1393" y="1512"/>
                    <a:pt x="1786" y="1441"/>
                    <a:pt x="2084" y="1203"/>
                  </a:cubicBezTo>
                  <a:close/>
                  <a:moveTo>
                    <a:pt x="1965" y="2822"/>
                  </a:moveTo>
                  <a:lnTo>
                    <a:pt x="1965" y="2917"/>
                  </a:lnTo>
                  <a:lnTo>
                    <a:pt x="1786" y="3108"/>
                  </a:lnTo>
                  <a:lnTo>
                    <a:pt x="1607" y="2941"/>
                  </a:lnTo>
                  <a:lnTo>
                    <a:pt x="1607" y="2822"/>
                  </a:lnTo>
                  <a:close/>
                  <a:moveTo>
                    <a:pt x="1750" y="0"/>
                  </a:moveTo>
                  <a:cubicBezTo>
                    <a:pt x="1143" y="0"/>
                    <a:pt x="631" y="500"/>
                    <a:pt x="631" y="1108"/>
                  </a:cubicBezTo>
                  <a:lnTo>
                    <a:pt x="631" y="1405"/>
                  </a:lnTo>
                  <a:cubicBezTo>
                    <a:pt x="524" y="1501"/>
                    <a:pt x="453" y="1631"/>
                    <a:pt x="453" y="1762"/>
                  </a:cubicBezTo>
                  <a:cubicBezTo>
                    <a:pt x="453" y="2024"/>
                    <a:pt x="643" y="2215"/>
                    <a:pt x="893" y="2227"/>
                  </a:cubicBezTo>
                  <a:cubicBezTo>
                    <a:pt x="953" y="2441"/>
                    <a:pt x="1096" y="2596"/>
                    <a:pt x="1274" y="2703"/>
                  </a:cubicBezTo>
                  <a:lnTo>
                    <a:pt x="1274" y="2798"/>
                  </a:lnTo>
                  <a:lnTo>
                    <a:pt x="595" y="3060"/>
                  </a:lnTo>
                  <a:cubicBezTo>
                    <a:pt x="524" y="3096"/>
                    <a:pt x="0" y="3298"/>
                    <a:pt x="0" y="3965"/>
                  </a:cubicBezTo>
                  <a:lnTo>
                    <a:pt x="0" y="4560"/>
                  </a:lnTo>
                  <a:cubicBezTo>
                    <a:pt x="0" y="4656"/>
                    <a:pt x="72" y="4727"/>
                    <a:pt x="155" y="4727"/>
                  </a:cubicBezTo>
                  <a:lnTo>
                    <a:pt x="572" y="4727"/>
                  </a:lnTo>
                  <a:cubicBezTo>
                    <a:pt x="667" y="4727"/>
                    <a:pt x="738" y="4656"/>
                    <a:pt x="738" y="4560"/>
                  </a:cubicBezTo>
                  <a:cubicBezTo>
                    <a:pt x="738" y="4477"/>
                    <a:pt x="667" y="4406"/>
                    <a:pt x="572" y="4406"/>
                  </a:cubicBezTo>
                  <a:lnTo>
                    <a:pt x="322" y="4406"/>
                  </a:lnTo>
                  <a:lnTo>
                    <a:pt x="322" y="3965"/>
                  </a:lnTo>
                  <a:cubicBezTo>
                    <a:pt x="322" y="3513"/>
                    <a:pt x="679" y="3370"/>
                    <a:pt x="691" y="3370"/>
                  </a:cubicBezTo>
                  <a:lnTo>
                    <a:pt x="703" y="3370"/>
                  </a:lnTo>
                  <a:lnTo>
                    <a:pt x="1334" y="3132"/>
                  </a:lnTo>
                  <a:lnTo>
                    <a:pt x="1655" y="3465"/>
                  </a:lnTo>
                  <a:cubicBezTo>
                    <a:pt x="1691" y="3489"/>
                    <a:pt x="1738" y="3513"/>
                    <a:pt x="1774" y="3513"/>
                  </a:cubicBezTo>
                  <a:cubicBezTo>
                    <a:pt x="1822" y="3513"/>
                    <a:pt x="1869" y="3489"/>
                    <a:pt x="1893" y="3465"/>
                  </a:cubicBezTo>
                  <a:lnTo>
                    <a:pt x="2215" y="3132"/>
                  </a:lnTo>
                  <a:lnTo>
                    <a:pt x="2834" y="3394"/>
                  </a:lnTo>
                  <a:lnTo>
                    <a:pt x="2846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7" y="4418"/>
                  </a:lnTo>
                  <a:cubicBezTo>
                    <a:pt x="1024" y="4418"/>
                    <a:pt x="941" y="4489"/>
                    <a:pt x="941" y="4584"/>
                  </a:cubicBezTo>
                  <a:cubicBezTo>
                    <a:pt x="941" y="4668"/>
                    <a:pt x="1024" y="4739"/>
                    <a:pt x="1107" y="4739"/>
                  </a:cubicBezTo>
                  <a:lnTo>
                    <a:pt x="3382" y="4739"/>
                  </a:lnTo>
                  <a:cubicBezTo>
                    <a:pt x="3477" y="4727"/>
                    <a:pt x="3548" y="4656"/>
                    <a:pt x="3548" y="4560"/>
                  </a:cubicBezTo>
                  <a:lnTo>
                    <a:pt x="3548" y="3965"/>
                  </a:lnTo>
                  <a:cubicBezTo>
                    <a:pt x="3548" y="3298"/>
                    <a:pt x="3036" y="3072"/>
                    <a:pt x="2953" y="3060"/>
                  </a:cubicBezTo>
                  <a:lnTo>
                    <a:pt x="2298" y="2798"/>
                  </a:lnTo>
                  <a:lnTo>
                    <a:pt x="2298" y="2703"/>
                  </a:lnTo>
                  <a:cubicBezTo>
                    <a:pt x="2477" y="2596"/>
                    <a:pt x="2608" y="2441"/>
                    <a:pt x="2691" y="2227"/>
                  </a:cubicBezTo>
                  <a:cubicBezTo>
                    <a:pt x="2929" y="2215"/>
                    <a:pt x="3120" y="2001"/>
                    <a:pt x="3120" y="1762"/>
                  </a:cubicBezTo>
                  <a:cubicBezTo>
                    <a:pt x="3120" y="1620"/>
                    <a:pt x="3048" y="1489"/>
                    <a:pt x="2941" y="1405"/>
                  </a:cubicBezTo>
                  <a:lnTo>
                    <a:pt x="2941" y="1108"/>
                  </a:lnTo>
                  <a:cubicBezTo>
                    <a:pt x="2941" y="500"/>
                    <a:pt x="242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5112876" y="3016803"/>
              <a:ext cx="112956" cy="150831"/>
            </a:xfrm>
            <a:custGeom>
              <a:avLst/>
              <a:gdLst/>
              <a:ahLst/>
              <a:cxnLst/>
              <a:rect l="l" t="t" r="r" b="b"/>
              <a:pathLst>
                <a:path w="3549" h="4739" extrusionOk="0">
                  <a:moveTo>
                    <a:pt x="1822" y="322"/>
                  </a:moveTo>
                  <a:cubicBezTo>
                    <a:pt x="2262" y="322"/>
                    <a:pt x="2596" y="679"/>
                    <a:pt x="2596" y="1096"/>
                  </a:cubicBezTo>
                  <a:lnTo>
                    <a:pt x="2596" y="1203"/>
                  </a:lnTo>
                  <a:lnTo>
                    <a:pt x="2584" y="1203"/>
                  </a:lnTo>
                  <a:cubicBezTo>
                    <a:pt x="2358" y="1143"/>
                    <a:pt x="2286" y="846"/>
                    <a:pt x="2274" y="846"/>
                  </a:cubicBezTo>
                  <a:cubicBezTo>
                    <a:pt x="2262" y="786"/>
                    <a:pt x="2215" y="727"/>
                    <a:pt x="2143" y="727"/>
                  </a:cubicBezTo>
                  <a:cubicBezTo>
                    <a:pt x="2133" y="725"/>
                    <a:pt x="2122" y="724"/>
                    <a:pt x="2111" y="724"/>
                  </a:cubicBezTo>
                  <a:cubicBezTo>
                    <a:pt x="2057" y="724"/>
                    <a:pt x="1996" y="747"/>
                    <a:pt x="1977" y="786"/>
                  </a:cubicBezTo>
                  <a:cubicBezTo>
                    <a:pt x="1691" y="1203"/>
                    <a:pt x="1024" y="1203"/>
                    <a:pt x="1024" y="1203"/>
                  </a:cubicBezTo>
                  <a:lnTo>
                    <a:pt x="977" y="1203"/>
                  </a:lnTo>
                  <a:lnTo>
                    <a:pt x="977" y="1096"/>
                  </a:lnTo>
                  <a:cubicBezTo>
                    <a:pt x="977" y="667"/>
                    <a:pt x="1334" y="322"/>
                    <a:pt x="1751" y="322"/>
                  </a:cubicBezTo>
                  <a:close/>
                  <a:moveTo>
                    <a:pt x="2727" y="1667"/>
                  </a:moveTo>
                  <a:cubicBezTo>
                    <a:pt x="2763" y="1691"/>
                    <a:pt x="2763" y="1727"/>
                    <a:pt x="2763" y="1751"/>
                  </a:cubicBezTo>
                  <a:cubicBezTo>
                    <a:pt x="2763" y="1798"/>
                    <a:pt x="2751" y="1846"/>
                    <a:pt x="2703" y="1858"/>
                  </a:cubicBezTo>
                  <a:lnTo>
                    <a:pt x="2703" y="1667"/>
                  </a:lnTo>
                  <a:close/>
                  <a:moveTo>
                    <a:pt x="858" y="1667"/>
                  </a:moveTo>
                  <a:lnTo>
                    <a:pt x="858" y="1870"/>
                  </a:lnTo>
                  <a:cubicBezTo>
                    <a:pt x="822" y="1846"/>
                    <a:pt x="798" y="1810"/>
                    <a:pt x="798" y="1751"/>
                  </a:cubicBezTo>
                  <a:cubicBezTo>
                    <a:pt x="798" y="1727"/>
                    <a:pt x="810" y="1691"/>
                    <a:pt x="822" y="1667"/>
                  </a:cubicBezTo>
                  <a:close/>
                  <a:moveTo>
                    <a:pt x="2084" y="1203"/>
                  </a:moveTo>
                  <a:cubicBezTo>
                    <a:pt x="2143" y="1322"/>
                    <a:pt x="2239" y="1441"/>
                    <a:pt x="2393" y="1501"/>
                  </a:cubicBezTo>
                  <a:lnTo>
                    <a:pt x="2393" y="1977"/>
                  </a:lnTo>
                  <a:cubicBezTo>
                    <a:pt x="2393" y="2263"/>
                    <a:pt x="2155" y="2489"/>
                    <a:pt x="1858" y="2489"/>
                  </a:cubicBezTo>
                  <a:lnTo>
                    <a:pt x="1703" y="2489"/>
                  </a:lnTo>
                  <a:cubicBezTo>
                    <a:pt x="1405" y="2489"/>
                    <a:pt x="1191" y="2251"/>
                    <a:pt x="1191" y="1977"/>
                  </a:cubicBezTo>
                  <a:lnTo>
                    <a:pt x="1191" y="1548"/>
                  </a:lnTo>
                  <a:cubicBezTo>
                    <a:pt x="1393" y="1512"/>
                    <a:pt x="1786" y="1441"/>
                    <a:pt x="2084" y="1203"/>
                  </a:cubicBezTo>
                  <a:close/>
                  <a:moveTo>
                    <a:pt x="1965" y="2822"/>
                  </a:moveTo>
                  <a:lnTo>
                    <a:pt x="1965" y="2917"/>
                  </a:lnTo>
                  <a:lnTo>
                    <a:pt x="1786" y="3108"/>
                  </a:lnTo>
                  <a:lnTo>
                    <a:pt x="1596" y="2941"/>
                  </a:lnTo>
                  <a:lnTo>
                    <a:pt x="1596" y="2822"/>
                  </a:lnTo>
                  <a:close/>
                  <a:moveTo>
                    <a:pt x="1751" y="0"/>
                  </a:moveTo>
                  <a:cubicBezTo>
                    <a:pt x="1143" y="0"/>
                    <a:pt x="631" y="500"/>
                    <a:pt x="631" y="1108"/>
                  </a:cubicBezTo>
                  <a:lnTo>
                    <a:pt x="631" y="1405"/>
                  </a:lnTo>
                  <a:cubicBezTo>
                    <a:pt x="524" y="1501"/>
                    <a:pt x="453" y="1631"/>
                    <a:pt x="453" y="1762"/>
                  </a:cubicBezTo>
                  <a:cubicBezTo>
                    <a:pt x="453" y="2024"/>
                    <a:pt x="643" y="2215"/>
                    <a:pt x="893" y="2227"/>
                  </a:cubicBezTo>
                  <a:cubicBezTo>
                    <a:pt x="953" y="2441"/>
                    <a:pt x="1096" y="2596"/>
                    <a:pt x="1274" y="2703"/>
                  </a:cubicBezTo>
                  <a:lnTo>
                    <a:pt x="1274" y="2798"/>
                  </a:lnTo>
                  <a:lnTo>
                    <a:pt x="596" y="3060"/>
                  </a:lnTo>
                  <a:cubicBezTo>
                    <a:pt x="524" y="3096"/>
                    <a:pt x="0" y="3298"/>
                    <a:pt x="0" y="3965"/>
                  </a:cubicBezTo>
                  <a:lnTo>
                    <a:pt x="0" y="4560"/>
                  </a:lnTo>
                  <a:cubicBezTo>
                    <a:pt x="0" y="4656"/>
                    <a:pt x="72" y="4727"/>
                    <a:pt x="155" y="4727"/>
                  </a:cubicBezTo>
                  <a:lnTo>
                    <a:pt x="572" y="4727"/>
                  </a:lnTo>
                  <a:cubicBezTo>
                    <a:pt x="667" y="4727"/>
                    <a:pt x="738" y="4656"/>
                    <a:pt x="738" y="4560"/>
                  </a:cubicBezTo>
                  <a:cubicBezTo>
                    <a:pt x="738" y="4477"/>
                    <a:pt x="667" y="4406"/>
                    <a:pt x="572" y="4406"/>
                  </a:cubicBezTo>
                  <a:lnTo>
                    <a:pt x="322" y="4406"/>
                  </a:lnTo>
                  <a:lnTo>
                    <a:pt x="322" y="3965"/>
                  </a:lnTo>
                  <a:cubicBezTo>
                    <a:pt x="322" y="3513"/>
                    <a:pt x="679" y="3370"/>
                    <a:pt x="691" y="3370"/>
                  </a:cubicBezTo>
                  <a:lnTo>
                    <a:pt x="703" y="3370"/>
                  </a:lnTo>
                  <a:lnTo>
                    <a:pt x="1334" y="3132"/>
                  </a:lnTo>
                  <a:lnTo>
                    <a:pt x="1655" y="3465"/>
                  </a:lnTo>
                  <a:cubicBezTo>
                    <a:pt x="1691" y="3489"/>
                    <a:pt x="1739" y="3513"/>
                    <a:pt x="1774" y="3513"/>
                  </a:cubicBezTo>
                  <a:cubicBezTo>
                    <a:pt x="1822" y="3513"/>
                    <a:pt x="1870" y="3489"/>
                    <a:pt x="1893" y="3465"/>
                  </a:cubicBezTo>
                  <a:lnTo>
                    <a:pt x="2215" y="3132"/>
                  </a:lnTo>
                  <a:lnTo>
                    <a:pt x="2834" y="3394"/>
                  </a:lnTo>
                  <a:lnTo>
                    <a:pt x="2846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8" y="4418"/>
                  </a:lnTo>
                  <a:cubicBezTo>
                    <a:pt x="1024" y="4418"/>
                    <a:pt x="941" y="4489"/>
                    <a:pt x="941" y="4584"/>
                  </a:cubicBezTo>
                  <a:cubicBezTo>
                    <a:pt x="941" y="4668"/>
                    <a:pt x="1024" y="4739"/>
                    <a:pt x="1108" y="4739"/>
                  </a:cubicBezTo>
                  <a:lnTo>
                    <a:pt x="3382" y="4739"/>
                  </a:lnTo>
                  <a:cubicBezTo>
                    <a:pt x="3477" y="4739"/>
                    <a:pt x="3548" y="4668"/>
                    <a:pt x="3548" y="4584"/>
                  </a:cubicBezTo>
                  <a:lnTo>
                    <a:pt x="3548" y="3989"/>
                  </a:lnTo>
                  <a:cubicBezTo>
                    <a:pt x="3548" y="3298"/>
                    <a:pt x="3013" y="3084"/>
                    <a:pt x="2953" y="3060"/>
                  </a:cubicBezTo>
                  <a:lnTo>
                    <a:pt x="2298" y="2798"/>
                  </a:lnTo>
                  <a:lnTo>
                    <a:pt x="2298" y="2703"/>
                  </a:lnTo>
                  <a:cubicBezTo>
                    <a:pt x="2477" y="2596"/>
                    <a:pt x="2608" y="2441"/>
                    <a:pt x="2691" y="2227"/>
                  </a:cubicBezTo>
                  <a:cubicBezTo>
                    <a:pt x="2929" y="2215"/>
                    <a:pt x="3120" y="2001"/>
                    <a:pt x="3120" y="1762"/>
                  </a:cubicBezTo>
                  <a:cubicBezTo>
                    <a:pt x="3120" y="1620"/>
                    <a:pt x="3048" y="1489"/>
                    <a:pt x="2941" y="1405"/>
                  </a:cubicBezTo>
                  <a:lnTo>
                    <a:pt x="2941" y="1108"/>
                  </a:lnTo>
                  <a:cubicBezTo>
                    <a:pt x="2941" y="500"/>
                    <a:pt x="242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5001448" y="3108498"/>
              <a:ext cx="113338" cy="151244"/>
            </a:xfrm>
            <a:custGeom>
              <a:avLst/>
              <a:gdLst/>
              <a:ahLst/>
              <a:cxnLst/>
              <a:rect l="l" t="t" r="r" b="b"/>
              <a:pathLst>
                <a:path w="3561" h="4752" extrusionOk="0">
                  <a:moveTo>
                    <a:pt x="1811" y="322"/>
                  </a:moveTo>
                  <a:cubicBezTo>
                    <a:pt x="2251" y="322"/>
                    <a:pt x="2585" y="679"/>
                    <a:pt x="2585" y="1096"/>
                  </a:cubicBezTo>
                  <a:lnTo>
                    <a:pt x="2585" y="1203"/>
                  </a:lnTo>
                  <a:lnTo>
                    <a:pt x="2573" y="1203"/>
                  </a:lnTo>
                  <a:cubicBezTo>
                    <a:pt x="2346" y="1144"/>
                    <a:pt x="2275" y="846"/>
                    <a:pt x="2263" y="846"/>
                  </a:cubicBezTo>
                  <a:cubicBezTo>
                    <a:pt x="2251" y="786"/>
                    <a:pt x="2204" y="727"/>
                    <a:pt x="2132" y="727"/>
                  </a:cubicBezTo>
                  <a:cubicBezTo>
                    <a:pt x="2124" y="725"/>
                    <a:pt x="2116" y="725"/>
                    <a:pt x="2107" y="725"/>
                  </a:cubicBezTo>
                  <a:cubicBezTo>
                    <a:pt x="2051" y="725"/>
                    <a:pt x="1986" y="756"/>
                    <a:pt x="1965" y="786"/>
                  </a:cubicBezTo>
                  <a:cubicBezTo>
                    <a:pt x="1692" y="1203"/>
                    <a:pt x="1037" y="1203"/>
                    <a:pt x="1025" y="1203"/>
                  </a:cubicBezTo>
                  <a:lnTo>
                    <a:pt x="965" y="1203"/>
                  </a:lnTo>
                  <a:lnTo>
                    <a:pt x="965" y="1096"/>
                  </a:lnTo>
                  <a:cubicBezTo>
                    <a:pt x="965" y="667"/>
                    <a:pt x="1322" y="322"/>
                    <a:pt x="1739" y="322"/>
                  </a:cubicBezTo>
                  <a:close/>
                  <a:moveTo>
                    <a:pt x="2751" y="1668"/>
                  </a:moveTo>
                  <a:cubicBezTo>
                    <a:pt x="2787" y="1703"/>
                    <a:pt x="2787" y="1727"/>
                    <a:pt x="2787" y="1763"/>
                  </a:cubicBezTo>
                  <a:cubicBezTo>
                    <a:pt x="2787" y="1798"/>
                    <a:pt x="2763" y="1846"/>
                    <a:pt x="2715" y="1858"/>
                  </a:cubicBezTo>
                  <a:lnTo>
                    <a:pt x="2715" y="1668"/>
                  </a:lnTo>
                  <a:close/>
                  <a:moveTo>
                    <a:pt x="858" y="1679"/>
                  </a:moveTo>
                  <a:lnTo>
                    <a:pt x="858" y="1894"/>
                  </a:lnTo>
                  <a:cubicBezTo>
                    <a:pt x="834" y="1858"/>
                    <a:pt x="799" y="1834"/>
                    <a:pt x="799" y="1775"/>
                  </a:cubicBezTo>
                  <a:cubicBezTo>
                    <a:pt x="799" y="1739"/>
                    <a:pt x="810" y="1715"/>
                    <a:pt x="834" y="1679"/>
                  </a:cubicBezTo>
                  <a:close/>
                  <a:moveTo>
                    <a:pt x="2096" y="1203"/>
                  </a:moveTo>
                  <a:cubicBezTo>
                    <a:pt x="2156" y="1322"/>
                    <a:pt x="2263" y="1441"/>
                    <a:pt x="2406" y="1501"/>
                  </a:cubicBezTo>
                  <a:lnTo>
                    <a:pt x="2406" y="1977"/>
                  </a:lnTo>
                  <a:cubicBezTo>
                    <a:pt x="2394" y="2263"/>
                    <a:pt x="2156" y="2501"/>
                    <a:pt x="1870" y="2501"/>
                  </a:cubicBezTo>
                  <a:lnTo>
                    <a:pt x="1727" y="2501"/>
                  </a:lnTo>
                  <a:cubicBezTo>
                    <a:pt x="1430" y="2501"/>
                    <a:pt x="1203" y="2263"/>
                    <a:pt x="1203" y="1977"/>
                  </a:cubicBezTo>
                  <a:lnTo>
                    <a:pt x="1203" y="1548"/>
                  </a:lnTo>
                  <a:cubicBezTo>
                    <a:pt x="1418" y="1525"/>
                    <a:pt x="1799" y="1441"/>
                    <a:pt x="2096" y="1203"/>
                  </a:cubicBezTo>
                  <a:close/>
                  <a:moveTo>
                    <a:pt x="1977" y="2834"/>
                  </a:moveTo>
                  <a:lnTo>
                    <a:pt x="1977" y="2918"/>
                  </a:lnTo>
                  <a:lnTo>
                    <a:pt x="1799" y="3108"/>
                  </a:lnTo>
                  <a:lnTo>
                    <a:pt x="1620" y="2941"/>
                  </a:lnTo>
                  <a:lnTo>
                    <a:pt x="1620" y="2834"/>
                  </a:lnTo>
                  <a:close/>
                  <a:moveTo>
                    <a:pt x="1751" y="1"/>
                  </a:moveTo>
                  <a:cubicBezTo>
                    <a:pt x="1144" y="1"/>
                    <a:pt x="632" y="501"/>
                    <a:pt x="632" y="1120"/>
                  </a:cubicBezTo>
                  <a:lnTo>
                    <a:pt x="632" y="1417"/>
                  </a:lnTo>
                  <a:cubicBezTo>
                    <a:pt x="537" y="1501"/>
                    <a:pt x="453" y="1644"/>
                    <a:pt x="453" y="1775"/>
                  </a:cubicBezTo>
                  <a:cubicBezTo>
                    <a:pt x="453" y="2025"/>
                    <a:pt x="656" y="2215"/>
                    <a:pt x="894" y="2239"/>
                  </a:cubicBezTo>
                  <a:cubicBezTo>
                    <a:pt x="953" y="2441"/>
                    <a:pt x="1096" y="2608"/>
                    <a:pt x="1275" y="2715"/>
                  </a:cubicBezTo>
                  <a:lnTo>
                    <a:pt x="1275" y="2799"/>
                  </a:lnTo>
                  <a:lnTo>
                    <a:pt x="596" y="3072"/>
                  </a:lnTo>
                  <a:cubicBezTo>
                    <a:pt x="537" y="3096"/>
                    <a:pt x="1" y="3311"/>
                    <a:pt x="1" y="3977"/>
                  </a:cubicBezTo>
                  <a:lnTo>
                    <a:pt x="1" y="4573"/>
                  </a:lnTo>
                  <a:cubicBezTo>
                    <a:pt x="1" y="4656"/>
                    <a:pt x="72" y="4739"/>
                    <a:pt x="156" y="4739"/>
                  </a:cubicBezTo>
                  <a:lnTo>
                    <a:pt x="572" y="4739"/>
                  </a:lnTo>
                  <a:cubicBezTo>
                    <a:pt x="668" y="4739"/>
                    <a:pt x="739" y="4656"/>
                    <a:pt x="739" y="4573"/>
                  </a:cubicBezTo>
                  <a:cubicBezTo>
                    <a:pt x="739" y="4477"/>
                    <a:pt x="668" y="4406"/>
                    <a:pt x="572" y="4406"/>
                  </a:cubicBezTo>
                  <a:lnTo>
                    <a:pt x="322" y="4406"/>
                  </a:lnTo>
                  <a:lnTo>
                    <a:pt x="322" y="3977"/>
                  </a:lnTo>
                  <a:cubicBezTo>
                    <a:pt x="322" y="3513"/>
                    <a:pt x="680" y="3382"/>
                    <a:pt x="691" y="3382"/>
                  </a:cubicBezTo>
                  <a:lnTo>
                    <a:pt x="715" y="3382"/>
                  </a:lnTo>
                  <a:lnTo>
                    <a:pt x="1334" y="3144"/>
                  </a:lnTo>
                  <a:lnTo>
                    <a:pt x="1668" y="3465"/>
                  </a:lnTo>
                  <a:cubicBezTo>
                    <a:pt x="1692" y="3501"/>
                    <a:pt x="1739" y="3513"/>
                    <a:pt x="1787" y="3513"/>
                  </a:cubicBezTo>
                  <a:cubicBezTo>
                    <a:pt x="1823" y="3513"/>
                    <a:pt x="1870" y="3501"/>
                    <a:pt x="1906" y="3465"/>
                  </a:cubicBezTo>
                  <a:lnTo>
                    <a:pt x="2215" y="3144"/>
                  </a:lnTo>
                  <a:lnTo>
                    <a:pt x="2835" y="3394"/>
                  </a:lnTo>
                  <a:lnTo>
                    <a:pt x="2858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8" y="4418"/>
                  </a:lnTo>
                  <a:cubicBezTo>
                    <a:pt x="1025" y="4418"/>
                    <a:pt x="953" y="4501"/>
                    <a:pt x="953" y="4585"/>
                  </a:cubicBezTo>
                  <a:cubicBezTo>
                    <a:pt x="953" y="4680"/>
                    <a:pt x="1025" y="4751"/>
                    <a:pt x="1108" y="4751"/>
                  </a:cubicBezTo>
                  <a:lnTo>
                    <a:pt x="3394" y="4751"/>
                  </a:lnTo>
                  <a:cubicBezTo>
                    <a:pt x="3477" y="4751"/>
                    <a:pt x="3549" y="4680"/>
                    <a:pt x="3549" y="4585"/>
                  </a:cubicBezTo>
                  <a:lnTo>
                    <a:pt x="3549" y="3989"/>
                  </a:lnTo>
                  <a:cubicBezTo>
                    <a:pt x="3561" y="3311"/>
                    <a:pt x="3037" y="3096"/>
                    <a:pt x="2966" y="3072"/>
                  </a:cubicBezTo>
                  <a:lnTo>
                    <a:pt x="2311" y="2799"/>
                  </a:lnTo>
                  <a:lnTo>
                    <a:pt x="2311" y="2715"/>
                  </a:lnTo>
                  <a:cubicBezTo>
                    <a:pt x="2489" y="2608"/>
                    <a:pt x="2620" y="2441"/>
                    <a:pt x="2692" y="2239"/>
                  </a:cubicBezTo>
                  <a:cubicBezTo>
                    <a:pt x="2930" y="2215"/>
                    <a:pt x="3120" y="2013"/>
                    <a:pt x="3120" y="1775"/>
                  </a:cubicBezTo>
                  <a:cubicBezTo>
                    <a:pt x="3120" y="1620"/>
                    <a:pt x="3049" y="1489"/>
                    <a:pt x="2942" y="1417"/>
                  </a:cubicBezTo>
                  <a:lnTo>
                    <a:pt x="2942" y="1120"/>
                  </a:lnTo>
                  <a:cubicBezTo>
                    <a:pt x="2942" y="501"/>
                    <a:pt x="2442" y="1"/>
                    <a:pt x="1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DF1B0EB2-F2E3-7FA6-5FCB-CE150247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609" y="188264"/>
            <a:ext cx="8192673" cy="572700"/>
          </a:xfrm>
        </p:spPr>
        <p:txBody>
          <a:bodyPr/>
          <a:lstStyle/>
          <a:p>
            <a:r>
              <a:rPr lang="en-US"/>
              <a:t>04: </a:t>
            </a:r>
            <a:r>
              <a:rPr lang="en" sz="3200"/>
              <a:t>Shop X </a:t>
            </a:r>
            <a:r>
              <a:rPr lang="en-US" sz="3200"/>
              <a:t>Plus</a:t>
            </a:r>
            <a:br>
              <a:rPr lang="en-US" sz="3200"/>
            </a:br>
            <a:endParaRPr lang="en-US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10260-BBBA-D809-4B31-E49E587352F5}"/>
              </a:ext>
            </a:extLst>
          </p:cNvPr>
          <p:cNvSpPr txBox="1"/>
          <p:nvPr/>
        </p:nvSpPr>
        <p:spPr>
          <a:xfrm>
            <a:off x="506860" y="2213329"/>
            <a:ext cx="2341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30"/>
              </a:buClr>
              <a:buSzPts val="2400"/>
              <a:buFont typeface="Raleway"/>
              <a:buNone/>
              <a:tabLst/>
              <a:defRPr/>
            </a:pPr>
            <a:r>
              <a:rPr kumimoji="0" lang="en" sz="1800" b="1" i="0" u="none" strike="noStrike" kern="0" cap="none" spc="0" normalizeH="0" baseline="0" noProof="0">
                <a:ln>
                  <a:noFill/>
                </a:ln>
                <a:solidFill>
                  <a:srgbClr val="2D2D30"/>
                </a:solidFill>
                <a:effectLst/>
                <a:uLnTx/>
                <a:uFillTx/>
                <a:latin typeface="Syne"/>
                <a:sym typeface="Syne"/>
              </a:rPr>
              <a:t>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58D03-28FF-BBC2-9175-A72CBE5535DA}"/>
              </a:ext>
            </a:extLst>
          </p:cNvPr>
          <p:cNvSpPr txBox="1"/>
          <p:nvPr/>
        </p:nvSpPr>
        <p:spPr>
          <a:xfrm>
            <a:off x="521883" y="3263231"/>
            <a:ext cx="2341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30"/>
              </a:buClr>
              <a:buSzPts val="2400"/>
              <a:buFont typeface="Raleway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2D2D30"/>
                </a:solidFill>
                <a:effectLst/>
                <a:uLnTx/>
                <a:uFillTx/>
                <a:latin typeface="Syne"/>
                <a:sym typeface="Syne"/>
              </a:rPr>
              <a:t>End product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30"/>
              </a:buClr>
              <a:buSzPts val="2400"/>
              <a:buFont typeface="Raleway"/>
              <a:buNone/>
              <a:tabLst/>
              <a:defRPr/>
            </a:pPr>
            <a:endParaRPr kumimoji="0" lang="en" sz="1800" b="1" i="0" u="none" strike="noStrike" kern="0" cap="none" spc="0" normalizeH="0" baseline="0" noProof="0">
              <a:ln>
                <a:noFill/>
              </a:ln>
              <a:solidFill>
                <a:srgbClr val="2D2D30"/>
              </a:solidFill>
              <a:effectLst/>
              <a:uLnTx/>
              <a:uFillTx/>
              <a:latin typeface="Syne"/>
              <a:sym typeface="Syn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8DDC1-C632-9E98-CA3E-8B30D607C7DF}"/>
              </a:ext>
            </a:extLst>
          </p:cNvPr>
          <p:cNvSpPr txBox="1"/>
          <p:nvPr/>
        </p:nvSpPr>
        <p:spPr>
          <a:xfrm>
            <a:off x="572201" y="2569809"/>
            <a:ext cx="3708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30"/>
              </a:buClr>
              <a:buSzPts val="1200"/>
              <a:buFont typeface="Albert Sans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D2D30"/>
                </a:solidFill>
                <a:effectLst/>
                <a:uLnTx/>
                <a:uFillTx/>
                <a:latin typeface="Albert Sans"/>
                <a:sym typeface="Albert Sans"/>
              </a:rPr>
              <a:t>We gather the Express shipping vendor for client to use, and determine which vendor fits best for the client and the company (Time, Price)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30"/>
              </a:buClr>
              <a:buSzPts val="1200"/>
              <a:buFont typeface="Albert Sans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2D2D30"/>
              </a:solidFill>
              <a:effectLst/>
              <a:uLnTx/>
              <a:uFillTx/>
              <a:latin typeface="Albert Sans"/>
              <a:sym typeface="Albert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E4CF7-4564-CAFD-A891-6F4544DCC430}"/>
              </a:ext>
            </a:extLst>
          </p:cNvPr>
          <p:cNvSpPr txBox="1"/>
          <p:nvPr/>
        </p:nvSpPr>
        <p:spPr>
          <a:xfrm>
            <a:off x="568344" y="3632667"/>
            <a:ext cx="3276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30"/>
              </a:buClr>
              <a:buSzPts val="1200"/>
              <a:buFont typeface="Albert Sans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D2D30"/>
                </a:solidFill>
                <a:effectLst/>
                <a:uLnTx/>
                <a:uFillTx/>
                <a:latin typeface="Albert Sans"/>
                <a:sym typeface="Albert Sans"/>
              </a:rPr>
              <a:t>Customers will be able to choose between Shop X  and Shop X Plus. Over time, the reward points will encourage customers to continue using Shop X Plus, boosting retention and encouraging repeat purchases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6"/>
          <p:cNvSpPr txBox="1">
            <a:spLocks noGrp="1"/>
          </p:cNvSpPr>
          <p:nvPr>
            <p:ph type="title"/>
          </p:nvPr>
        </p:nvSpPr>
        <p:spPr>
          <a:xfrm>
            <a:off x="2625000" y="269394"/>
            <a:ext cx="459876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500"/>
              <a:t>Delivery visualization</a:t>
            </a:r>
          </a:p>
        </p:txBody>
      </p:sp>
      <p:pic>
        <p:nvPicPr>
          <p:cNvPr id="2" name="Picture 1" descr="A graph of a delivery&#10;&#10;Description automatically generated">
            <a:extLst>
              <a:ext uri="{FF2B5EF4-FFF2-40B4-BE49-F238E27FC236}">
                <a16:creationId xmlns:a16="http://schemas.microsoft.com/office/drawing/2014/main" id="{EE83E8F6-C404-C15C-5898-33758D60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587" y="1119829"/>
            <a:ext cx="3952876" cy="25414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B83E29-2975-50DD-2394-E34E614E182F}"/>
              </a:ext>
            </a:extLst>
          </p:cNvPr>
          <p:cNvSpPr txBox="1"/>
          <p:nvPr/>
        </p:nvSpPr>
        <p:spPr>
          <a:xfrm>
            <a:off x="1024845" y="3998682"/>
            <a:ext cx="7799070" cy="10002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500" b="1">
                <a:latin typeface="Syne"/>
              </a:rPr>
              <a:t>Shop X</a:t>
            </a:r>
            <a:r>
              <a:rPr lang="en-US" sz="1500">
                <a:latin typeface="Syne"/>
              </a:rPr>
              <a:t>: Standard product offering with regular shipping times and no added benefits.</a:t>
            </a:r>
          </a:p>
          <a:p>
            <a:r>
              <a:rPr lang="en-US" sz="1500" b="1">
                <a:latin typeface="Syne"/>
              </a:rPr>
              <a:t>Shop X Plus</a:t>
            </a:r>
            <a:r>
              <a:rPr lang="en-US" sz="1500">
                <a:latin typeface="Syne"/>
              </a:rPr>
              <a:t>: Premium product offering with faster shipping, where customers earn reward points for each purchase.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/>
              <a:t>Shop X </a:t>
            </a:r>
            <a:r>
              <a:rPr lang="en-US" sz="3200"/>
              <a:t>Plus</a:t>
            </a:r>
          </a:p>
        </p:txBody>
      </p:sp>
      <p:sp>
        <p:nvSpPr>
          <p:cNvPr id="2" name="Google Shape;1436;p33">
            <a:extLst>
              <a:ext uri="{FF2B5EF4-FFF2-40B4-BE49-F238E27FC236}">
                <a16:creationId xmlns:a16="http://schemas.microsoft.com/office/drawing/2014/main" id="{1DFEFCE9-249C-F888-6774-60E59E7D5FD4}"/>
              </a:ext>
            </a:extLst>
          </p:cNvPr>
          <p:cNvSpPr txBox="1">
            <a:spLocks/>
          </p:cNvSpPr>
          <p:nvPr/>
        </p:nvSpPr>
        <p:spPr>
          <a:xfrm>
            <a:off x="720000" y="1603852"/>
            <a:ext cx="3987890" cy="257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>
                <a:latin typeface="Syne"/>
              </a:rPr>
              <a:t>Only Two Options for shipping Purchase:</a:t>
            </a:r>
            <a:endParaRPr lang="en-US" sz="1600">
              <a:latin typeface="Syne"/>
            </a:endParaRPr>
          </a:p>
          <a:p>
            <a:pPr marL="0" indent="0">
              <a:buNone/>
            </a:pPr>
            <a:r>
              <a:rPr lang="en-US" sz="1600">
                <a:latin typeface="Syne"/>
              </a:rPr>
              <a:t>Reducing the clients option of shipping from 5 different choices to only 2.</a:t>
            </a:r>
          </a:p>
          <a:p>
            <a:pPr marL="0" indent="0">
              <a:buNone/>
            </a:pPr>
            <a:endParaRPr lang="en-US" sz="1600">
              <a:latin typeface="Syn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>
                <a:latin typeface="Syne"/>
              </a:rPr>
              <a:t>Customer retention:</a:t>
            </a:r>
          </a:p>
          <a:p>
            <a:pPr marL="0" indent="0">
              <a:buNone/>
            </a:pPr>
            <a:r>
              <a:rPr lang="en-US" sz="1600">
                <a:latin typeface="Syne"/>
              </a:rPr>
              <a:t>Aims for customer retention by Cutting down time on delivery and enhancing the purchase experience.</a:t>
            </a:r>
          </a:p>
        </p:txBody>
      </p:sp>
      <p:sp>
        <p:nvSpPr>
          <p:cNvPr id="3" name="Google Shape;1436;p33">
            <a:extLst>
              <a:ext uri="{FF2B5EF4-FFF2-40B4-BE49-F238E27FC236}">
                <a16:creationId xmlns:a16="http://schemas.microsoft.com/office/drawing/2014/main" id="{24E1F3EF-E4DB-1DBA-4CC1-0E27ACF250E7}"/>
              </a:ext>
            </a:extLst>
          </p:cNvPr>
          <p:cNvSpPr txBox="1">
            <a:spLocks/>
          </p:cNvSpPr>
          <p:nvPr/>
        </p:nvSpPr>
        <p:spPr>
          <a:xfrm>
            <a:off x="4707890" y="1603852"/>
            <a:ext cx="3987890" cy="257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>
                <a:latin typeface="Syne"/>
              </a:rPr>
              <a:t>Point System</a:t>
            </a:r>
          </a:p>
          <a:p>
            <a:pPr marL="0" indent="0">
              <a:buNone/>
            </a:pPr>
            <a:r>
              <a:rPr lang="en-US" sz="1600">
                <a:latin typeface="Syne"/>
              </a:rPr>
              <a:t>Clients will be able to earn points based on 10% of their product(s) payment. </a:t>
            </a:r>
          </a:p>
          <a:p>
            <a:pPr marL="0" indent="0">
              <a:buNone/>
            </a:pPr>
            <a:r>
              <a:rPr lang="en-US" sz="1600">
                <a:latin typeface="Syne"/>
              </a:rPr>
              <a:t>Ex: $100 will be worth 10 points </a:t>
            </a:r>
          </a:p>
          <a:p>
            <a:pPr marL="0" indent="0">
              <a:buNone/>
            </a:pPr>
            <a:endParaRPr lang="en-US" sz="1600">
              <a:latin typeface="Syne"/>
            </a:endParaRPr>
          </a:p>
          <a:p>
            <a:pPr marL="0" indent="0">
              <a:buNone/>
            </a:pPr>
            <a:r>
              <a:rPr lang="en-US" sz="1600">
                <a:latin typeface="Syne"/>
              </a:rPr>
              <a:t>Every 100 points counts as a tier up where clients can receive discounts, money-back, and special offers.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7F5A3B-35FC-BCB1-69C2-4A6D76E8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835" y="620201"/>
            <a:ext cx="1381681" cy="11847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32"/>
          <p:cNvSpPr txBox="1">
            <a:spLocks noGrp="1"/>
          </p:cNvSpPr>
          <p:nvPr>
            <p:ph type="title"/>
          </p:nvPr>
        </p:nvSpPr>
        <p:spPr>
          <a:xfrm>
            <a:off x="298790" y="220218"/>
            <a:ext cx="9173640" cy="5857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000"/>
              <a:t>05: CONCLUSION</a:t>
            </a:r>
          </a:p>
        </p:txBody>
      </p:sp>
      <p:grpSp>
        <p:nvGrpSpPr>
          <p:cNvPr id="1415" name="Google Shape;1415;p32"/>
          <p:cNvGrpSpPr/>
          <p:nvPr/>
        </p:nvGrpSpPr>
        <p:grpSpPr>
          <a:xfrm>
            <a:off x="3868934" y="347379"/>
            <a:ext cx="4241821" cy="1310391"/>
            <a:chOff x="2125375" y="647659"/>
            <a:chExt cx="4241821" cy="1310391"/>
          </a:xfrm>
        </p:grpSpPr>
        <p:grpSp>
          <p:nvGrpSpPr>
            <p:cNvPr id="1416" name="Google Shape;1416;p32"/>
            <p:cNvGrpSpPr/>
            <p:nvPr/>
          </p:nvGrpSpPr>
          <p:grpSpPr>
            <a:xfrm>
              <a:off x="2125375" y="1694525"/>
              <a:ext cx="989013" cy="263525"/>
              <a:chOff x="4872038" y="3216275"/>
              <a:chExt cx="989013" cy="263525"/>
            </a:xfrm>
          </p:grpSpPr>
          <p:sp>
            <p:nvSpPr>
              <p:cNvPr id="1417" name="Google Shape;1417;p32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32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32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32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32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32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3" name="Google Shape;1423;p32"/>
            <p:cNvGrpSpPr/>
            <p:nvPr/>
          </p:nvGrpSpPr>
          <p:grpSpPr>
            <a:xfrm>
              <a:off x="5784272" y="647659"/>
              <a:ext cx="582924" cy="155322"/>
              <a:chOff x="4872038" y="3216275"/>
              <a:chExt cx="989013" cy="263525"/>
            </a:xfrm>
          </p:grpSpPr>
          <p:sp>
            <p:nvSpPr>
              <p:cNvPr id="1424" name="Google Shape;1424;p32"/>
              <p:cNvSpPr/>
              <p:nvPr/>
            </p:nvSpPr>
            <p:spPr>
              <a:xfrm>
                <a:off x="5249863" y="3216275"/>
                <a:ext cx="16192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66" extrusionOk="0">
                    <a:moveTo>
                      <a:pt x="101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102" y="0"/>
                    </a:lnTo>
                    <a:lnTo>
                      <a:pt x="22" y="84"/>
                    </a:lnTo>
                    <a:lnTo>
                      <a:pt x="10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32"/>
              <p:cNvSpPr/>
              <p:nvPr/>
            </p:nvSpPr>
            <p:spPr>
              <a:xfrm>
                <a:off x="5072063" y="3216275"/>
                <a:ext cx="169863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66" extrusionOk="0">
                    <a:moveTo>
                      <a:pt x="106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07" y="0"/>
                    </a:lnTo>
                    <a:lnTo>
                      <a:pt x="27" y="84"/>
                    </a:lnTo>
                    <a:lnTo>
                      <a:pt x="106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32"/>
              <p:cNvSpPr/>
              <p:nvPr/>
            </p:nvSpPr>
            <p:spPr>
              <a:xfrm>
                <a:off x="4872038" y="3216275"/>
                <a:ext cx="193675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6" extrusionOk="0">
                    <a:moveTo>
                      <a:pt x="121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122" y="0"/>
                    </a:lnTo>
                    <a:lnTo>
                      <a:pt x="41" y="84"/>
                    </a:lnTo>
                    <a:lnTo>
                      <a:pt x="121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32"/>
              <p:cNvSpPr/>
              <p:nvPr/>
            </p:nvSpPr>
            <p:spPr>
              <a:xfrm>
                <a:off x="5726113" y="3216275"/>
                <a:ext cx="134938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6" extrusionOk="0">
                    <a:moveTo>
                      <a:pt x="85" y="166"/>
                    </a:moveTo>
                    <a:lnTo>
                      <a:pt x="80" y="166"/>
                    </a:lnTo>
                    <a:lnTo>
                      <a:pt x="0" y="84"/>
                    </a:lnTo>
                    <a:lnTo>
                      <a:pt x="81" y="0"/>
                    </a:lnTo>
                    <a:lnTo>
                      <a:pt x="85" y="0"/>
                    </a:lnTo>
                    <a:lnTo>
                      <a:pt x="5" y="84"/>
                    </a:lnTo>
                    <a:lnTo>
                      <a:pt x="8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32"/>
              <p:cNvSpPr/>
              <p:nvPr/>
            </p:nvSpPr>
            <p:spPr>
              <a:xfrm>
                <a:off x="5419725" y="3216275"/>
                <a:ext cx="1524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6" extrusionOk="0">
                    <a:moveTo>
                      <a:pt x="95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96" y="0"/>
                    </a:lnTo>
                    <a:lnTo>
                      <a:pt x="16" y="84"/>
                    </a:lnTo>
                    <a:lnTo>
                      <a:pt x="95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32"/>
              <p:cNvSpPr/>
              <p:nvPr/>
            </p:nvSpPr>
            <p:spPr>
              <a:xfrm>
                <a:off x="5580063" y="3216275"/>
                <a:ext cx="13970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88" h="166" extrusionOk="0">
                    <a:moveTo>
                      <a:pt x="87" y="166"/>
                    </a:moveTo>
                    <a:lnTo>
                      <a:pt x="79" y="166"/>
                    </a:lnTo>
                    <a:lnTo>
                      <a:pt x="0" y="84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8" y="84"/>
                    </a:lnTo>
                    <a:lnTo>
                      <a:pt x="8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40A5CD4-9B26-A170-9F6E-94D655AEAA03}"/>
              </a:ext>
            </a:extLst>
          </p:cNvPr>
          <p:cNvSpPr txBox="1"/>
          <p:nvPr/>
        </p:nvSpPr>
        <p:spPr>
          <a:xfrm>
            <a:off x="409989" y="1002197"/>
            <a:ext cx="375202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Syne"/>
              </a:rPr>
              <a:t>Faster and Reliable Deliveries with Shop X Plus:</a:t>
            </a:r>
            <a:endParaRPr lang="en-US" sz="1600">
              <a:latin typeface="Syne"/>
            </a:endParaRPr>
          </a:p>
          <a:p>
            <a:endParaRPr lang="en-US" sz="1600" b="1">
              <a:latin typeface="Syne"/>
            </a:endParaRPr>
          </a:p>
          <a:p>
            <a:pPr marL="285750" indent="-285750">
              <a:buChar char="•"/>
            </a:pPr>
            <a:r>
              <a:rPr lang="en-US" sz="1600">
                <a:latin typeface="Syne"/>
              </a:rPr>
              <a:t>The implementation of Shop X Plus offers customers a faster and more reliable product delivery service, boosting customer satisfaction and loyalty. </a:t>
            </a:r>
          </a:p>
          <a:p>
            <a:endParaRPr lang="en-US" sz="1600">
              <a:latin typeface="Syne"/>
            </a:endParaRPr>
          </a:p>
          <a:p>
            <a:pPr marL="285750" indent="-285750">
              <a:buChar char="•"/>
            </a:pPr>
            <a:r>
              <a:rPr lang="en-US" sz="1600">
                <a:latin typeface="Syne"/>
              </a:rPr>
              <a:t>Customers will be given two choices—Shop X or Shop X Plus—where customers can benefit from quicker delivery times, incentivized by reward points.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155CF-2761-5A2C-471C-B1CE515D9511}"/>
              </a:ext>
            </a:extLst>
          </p:cNvPr>
          <p:cNvSpPr txBox="1"/>
          <p:nvPr/>
        </p:nvSpPr>
        <p:spPr>
          <a:xfrm>
            <a:off x="4890053" y="1001367"/>
            <a:ext cx="304137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Syne"/>
              </a:rPr>
              <a:t>Vendor Alignment for Product Efficiency:</a:t>
            </a:r>
          </a:p>
          <a:p>
            <a:endParaRPr lang="en-US" sz="1600" b="1">
              <a:latin typeface="Syne"/>
            </a:endParaRPr>
          </a:p>
          <a:p>
            <a:pPr marL="285750" indent="-285750">
              <a:buChar char="•"/>
            </a:pPr>
            <a:r>
              <a:rPr lang="en-US" sz="1600">
                <a:latin typeface="Syne"/>
              </a:rPr>
              <a:t>To improve product efficiency, connect products with vendors that deliver the fastest to reduce shipping delays.</a:t>
            </a:r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>
                <a:latin typeface="Syne"/>
              </a:rPr>
              <a:t>A vendor alignment approach will </a:t>
            </a:r>
            <a:r>
              <a:rPr lang="en-US" sz="1600"/>
              <a:t>streamline operations, improve delivery times, and ultimately enhance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900049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4626-AF70-4A72-A278-7FAB40CBC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385" y="1290535"/>
            <a:ext cx="4905665" cy="2545865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1407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ertificate of placement&#10;&#10;Description automatically generated">
            <a:extLst>
              <a:ext uri="{FF2B5EF4-FFF2-40B4-BE49-F238E27FC236}">
                <a16:creationId xmlns:a16="http://schemas.microsoft.com/office/drawing/2014/main" id="{108C06D5-BACC-6DD4-7108-CFBFB3C85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874" y="0"/>
            <a:ext cx="665825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35646"/>
      </p:ext>
    </p:extLst>
  </p:cSld>
  <p:clrMapOvr>
    <a:masterClrMapping/>
  </p:clrMapOvr>
</p:sld>
</file>

<file path=ppt/theme/theme1.xml><?xml version="1.0" encoding="utf-8"?>
<a:theme xmlns:a="http://schemas.openxmlformats.org/drawingml/2006/main" name="7 Steps Of Risk Management Process Business Plan by Slidesgo">
  <a:themeElements>
    <a:clrScheme name="Simple Light">
      <a:dk1>
        <a:srgbClr val="2D2D30"/>
      </a:dk1>
      <a:lt1>
        <a:srgbClr val="F8F8F8"/>
      </a:lt1>
      <a:dk2>
        <a:srgbClr val="DDDDDD"/>
      </a:dk2>
      <a:lt2>
        <a:srgbClr val="AAAAB1"/>
      </a:lt2>
      <a:accent1>
        <a:srgbClr val="9BACCC"/>
      </a:accent1>
      <a:accent2>
        <a:srgbClr val="67799C"/>
      </a:accent2>
      <a:accent3>
        <a:srgbClr val="455475"/>
      </a:accent3>
      <a:accent4>
        <a:srgbClr val="283245"/>
      </a:accent4>
      <a:accent5>
        <a:srgbClr val="FFFFFF"/>
      </a:accent5>
      <a:accent6>
        <a:srgbClr val="FFFFFF"/>
      </a:accent6>
      <a:hlink>
        <a:srgbClr val="2D2D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F2CC43A5283D4FBA70E9D123103D21" ma:contentTypeVersion="4" ma:contentTypeDescription="Create a new document." ma:contentTypeScope="" ma:versionID="a868aa9447704c3372526349aa8d7376">
  <xsd:schema xmlns:xsd="http://www.w3.org/2001/XMLSchema" xmlns:xs="http://www.w3.org/2001/XMLSchema" xmlns:p="http://schemas.microsoft.com/office/2006/metadata/properties" xmlns:ns2="723960ee-7667-4c32-a824-0ffb9f3b2830" targetNamespace="http://schemas.microsoft.com/office/2006/metadata/properties" ma:root="true" ma:fieldsID="7fe557265c9cb3a81588bc86f54755f7" ns2:_="">
    <xsd:import namespace="723960ee-7667-4c32-a824-0ffb9f3b2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960ee-7667-4c32-a824-0ffb9f3b28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0D993B-F69D-4E67-BE3B-4AF1D6ED75AC}">
  <ds:schemaRefs>
    <ds:schemaRef ds:uri="723960ee-7667-4c32-a824-0ffb9f3b283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082A070-04DC-4BD7-B296-1EC1AAA0F9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012E38-B867-4524-8B51-5E5AD1A99431}">
  <ds:schemaRefs>
    <ds:schemaRef ds:uri="723960ee-7667-4c32-a824-0ffb9f3b28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On-screen Show (16:9)</PresentationFormat>
  <Paragraphs>172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Anaheim</vt:lpstr>
      <vt:lpstr>Albert Sans</vt:lpstr>
      <vt:lpstr>Nunito Light</vt:lpstr>
      <vt:lpstr>Arial</vt:lpstr>
      <vt:lpstr>Nunito</vt:lpstr>
      <vt:lpstr>Raleway</vt:lpstr>
      <vt:lpstr>Syne</vt:lpstr>
      <vt:lpstr>7 Steps Of Risk Management Process Business Plan by Slidesgo</vt:lpstr>
      <vt:lpstr>Streamlining Success: Optimizing ShopX Operations</vt:lpstr>
      <vt:lpstr>TABLE OF CONTENTS</vt:lpstr>
      <vt:lpstr> 01: EFFICIENCY STRATEGIES OVERVIEW</vt:lpstr>
      <vt:lpstr>02: ShopX  Stats </vt:lpstr>
      <vt:lpstr>03: Vendor alignment for product efficiency</vt:lpstr>
      <vt:lpstr>Vendor Delivery Times Chart</vt:lpstr>
      <vt:lpstr>Suggested vendor use</vt:lpstr>
      <vt:lpstr>PowerPoint Presentation</vt:lpstr>
      <vt:lpstr>04: Shop X Plus </vt:lpstr>
      <vt:lpstr>Delivery visualization</vt:lpstr>
      <vt:lpstr>Shop X Plus</vt:lpstr>
      <vt:lpstr>05: CONCLUSION</vt:lpstr>
      <vt:lpstr>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SHOPX  E-COMMERCE EFFICIENCY STRATEGIES</dc:title>
  <dc:creator>Jacquelin Valdez</dc:creator>
  <cp:lastModifiedBy>Jared Torres</cp:lastModifiedBy>
  <cp:revision>5</cp:revision>
  <dcterms:modified xsi:type="dcterms:W3CDTF">2025-01-13T02:27:58Z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0x0101006DF2CC43A5283D4FBA70E9D123103D21</vt:lpwstr>
  </property>
</Properties>
</file>